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534" r:id="rId5"/>
    <p:sldId id="2145705070" r:id="rId6"/>
    <p:sldId id="1638" r:id="rId7"/>
    <p:sldId id="1741" r:id="rId8"/>
    <p:sldId id="1618" r:id="rId9"/>
    <p:sldId id="1792" r:id="rId10"/>
    <p:sldId id="1793" r:id="rId11"/>
    <p:sldId id="1795" r:id="rId12"/>
    <p:sldId id="1796" r:id="rId13"/>
    <p:sldId id="179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F09553-3DDC-F398-AB51-864E5D328B51}" name="Max Wang" initials="" userId="S::max.wang@tp-link.com::0ad8e97a-3273-4623-bd5c-9c07f5edeab6" providerId="AD"/>
  <p188:author id="{37514668-BE4A-A1FD-5827-1626B6678FAB}" name="Marvin Liu" initials="ML" userId="S-1-5-21-3505913407-1015307937-2857107428-14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59"/>
    <a:srgbClr val="0A7171"/>
    <a:srgbClr val="BDD7EE"/>
    <a:srgbClr val="00E194"/>
    <a:srgbClr val="FFC7CE"/>
    <a:srgbClr val="488490"/>
    <a:srgbClr val="FFFFFF"/>
    <a:srgbClr val="FFFF99"/>
    <a:srgbClr val="005463"/>
    <a:srgbClr val="02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2877" autoAdjust="0"/>
  </p:normalViewPr>
  <p:slideViewPr>
    <p:cSldViewPr snapToGrid="0">
      <p:cViewPr varScale="1">
        <p:scale>
          <a:sx n="55" d="100"/>
          <a:sy n="55" d="100"/>
        </p:scale>
        <p:origin x="1140" y="72"/>
      </p:cViewPr>
      <p:guideLst>
        <p:guide orient="horz" pos="2424"/>
        <p:guide pos="3840"/>
        <p:guide orient="horz" pos="2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640" y="-1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6C108-863D-6847-89AB-678818297FD1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359CF-D63C-FE4C-B143-90A4B5673398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CD8DD-35A0-114F-AA91-2E7169842A94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048E7-280A-B34E-8E5C-B4CF7F0651FB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D41AFB-2BDF-094F-970F-3052118EB08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94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C162-B943-ACB7-8160-2213DEDD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D545E7-9678-1515-BE8E-B425E2F55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94F806-61A9-4226-2D79-F25B75899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433FF1-C93A-C046-4E6A-FBF951A3F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048E7-280A-B34E-8E5C-B4CF7F0651F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054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0" dirty="0"/>
              <a:t>A </a:t>
            </a:r>
            <a:r>
              <a:rPr kumimoji="1" lang="en-US" altLang="zh-CN" sz="1200" b="0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star</a:t>
            </a:r>
            <a:r>
              <a:rPr lang="en-US" altLang="zh-CN" sz="1200" b="0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hotel is showed as an example.</a:t>
            </a:r>
            <a:endParaRPr kumimoji="1" lang="en-US" altLang="zh-CN" b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178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FBDA-BC25-852E-3E24-42B16F83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8C04A6-2D2E-6208-6EAC-450464DC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9C6726-1E56-35F3-4D44-0009F684F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B3DBB3-8AE3-09F7-1267-06CB67080C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8681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4508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5048E7-280A-B34E-8E5C-B4CF7F0651F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085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90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60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44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6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79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3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6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80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60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972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126"/>
            <a:ext cx="12191999" cy="6855749"/>
          </a:xfrm>
          <a:prstGeom prst="rect">
            <a:avLst/>
          </a:prstGeom>
        </p:spPr>
      </p:pic>
      <p:sp>
        <p:nvSpPr>
          <p:cNvPr id="17" name="标题 11"/>
          <p:cNvSpPr>
            <a:spLocks noGrp="1"/>
          </p:cNvSpPr>
          <p:nvPr>
            <p:ph type="title" hasCustomPrompt="1"/>
          </p:nvPr>
        </p:nvSpPr>
        <p:spPr>
          <a:xfrm>
            <a:off x="377015" y="2564045"/>
            <a:ext cx="6418421" cy="84562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800" b="0" i="0" baseline="0">
                <a:solidFill>
                  <a:schemeClr val="bg1"/>
                </a:solidFill>
                <a:latin typeface="TP-Link Aktiv Medium" pitchFamily="34" charset="0"/>
                <a:ea typeface="TP-Link Aktiv Medium" pitchFamily="34" charset="0"/>
                <a:cs typeface="TP-Link Aktiv Medium" pitchFamily="34" charset="0"/>
              </a:defRPr>
            </a:lvl1pPr>
          </a:lstStyle>
          <a:p>
            <a:r>
              <a:rPr kumimoji="1" lang="en-US" altLang="zh-CN" dirty="0"/>
              <a:t>Click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 Title</a:t>
            </a:r>
            <a:endParaRPr kumimoji="1" lang="zh-CN" altLang="en-US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77015" y="3497259"/>
            <a:ext cx="3932237" cy="545791"/>
          </a:xfrm>
        </p:spPr>
        <p:txBody>
          <a:bodyPr>
            <a:noAutofit/>
          </a:bodyPr>
          <a:lstStyle>
            <a:lvl1pPr marL="0" indent="0" algn="l">
              <a:buNone/>
              <a:defRPr sz="2665" b="0" i="0">
                <a:solidFill>
                  <a:srgbClr val="CBCCCB"/>
                </a:solidFill>
                <a:latin typeface="TP-Link Aktiv Light" panose="020B0404020202020204" pitchFamily="34" charset="0"/>
                <a:cs typeface="TP-Link Aktiv Light" panose="020B0404020202020204" pitchFamily="34" charset="0"/>
              </a:defRPr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7600" indent="0">
              <a:buNone/>
              <a:defRPr sz="1335"/>
            </a:lvl7pPr>
            <a:lvl8pPr marL="4267200" indent="0">
              <a:buNone/>
              <a:defRPr sz="1335"/>
            </a:lvl8pPr>
            <a:lvl9pPr marL="4876800" indent="0">
              <a:buNone/>
              <a:defRPr sz="1335"/>
            </a:lvl9pPr>
          </a:lstStyle>
          <a:p>
            <a:pPr lvl="0"/>
            <a:r>
              <a:rPr kumimoji="1" lang="en-US" altLang="zh-CN" dirty="0"/>
              <a:t>Click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 Title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600" y="-466726"/>
            <a:ext cx="4707469" cy="264795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83ABE4-E361-239A-6F2F-5275E2EDCA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6520" y="364124"/>
            <a:ext cx="2583979" cy="178987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63" y="202680"/>
            <a:ext cx="3224051" cy="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62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标题+文案+图（左文右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5"/>
          <p:cNvSpPr>
            <a:spLocks noGrp="1"/>
          </p:cNvSpPr>
          <p:nvPr>
            <p:ph type="pic" sz="quarter" idx="15" hasCustomPrompt="1"/>
          </p:nvPr>
        </p:nvSpPr>
        <p:spPr>
          <a:xfrm>
            <a:off x="6106160" y="0"/>
            <a:ext cx="6085840" cy="6858000"/>
          </a:xfrm>
        </p:spPr>
        <p:txBody>
          <a:bodyPr/>
          <a:lstStyle>
            <a:lvl1pPr marL="0" indent="0">
              <a:buNone/>
              <a:defRPr b="0" i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PICTURE</a:t>
            </a:r>
            <a:endParaRPr kumimoji="1" lang="zh-CN" altLang="en-US" dirty="0"/>
          </a:p>
        </p:txBody>
      </p:sp>
      <p:sp>
        <p:nvSpPr>
          <p:cNvPr id="11" name="内容占位符 15"/>
          <p:cNvSpPr>
            <a:spLocks noGrp="1"/>
          </p:cNvSpPr>
          <p:nvPr>
            <p:ph sz="quarter" idx="14" hasCustomPrompt="1"/>
          </p:nvPr>
        </p:nvSpPr>
        <p:spPr>
          <a:xfrm>
            <a:off x="588434" y="1109814"/>
            <a:ext cx="5091007" cy="4874427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None/>
              <a:defRPr sz="1600" b="0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 Light" panose="020B0404020202020204" pitchFamily="34" charset="0"/>
              </a:defRPr>
            </a:lvl1pPr>
          </a:lstStyle>
          <a:p>
            <a:pPr lvl="0"/>
            <a:r>
              <a:rPr kumimoji="1" lang="en-US" altLang="zh-CN" dirty="0"/>
              <a:t>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goes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here.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12.</a:t>
            </a:r>
            <a:endParaRPr kumimoji="1"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20" y="562592"/>
            <a:ext cx="150803" cy="205529"/>
          </a:xfrm>
          <a:prstGeom prst="rect">
            <a:avLst/>
          </a:prstGeom>
        </p:spPr>
      </p:pic>
      <p:sp>
        <p:nvSpPr>
          <p:cNvPr id="17" name="标题 13"/>
          <p:cNvSpPr>
            <a:spLocks noGrp="1"/>
          </p:cNvSpPr>
          <p:nvPr>
            <p:ph type="title" hasCustomPrompt="1"/>
          </p:nvPr>
        </p:nvSpPr>
        <p:spPr>
          <a:xfrm>
            <a:off x="597622" y="428404"/>
            <a:ext cx="5112300" cy="547224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defRPr sz="2400" b="0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 Medium" pitchFamily="34" charset="0"/>
              </a:defRPr>
            </a:lvl1pPr>
          </a:lstStyle>
          <a:p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Headline</a:t>
            </a:r>
            <a:endParaRPr kumimoji="1" lang="zh-CN" altLang="en-US" dirty="0"/>
          </a:p>
        </p:txBody>
      </p:sp>
      <p:sp>
        <p:nvSpPr>
          <p:cNvPr id="19" name="幻灯片编号占位符 5">
            <a:extLst>
              <a:ext uri="{FF2B5EF4-FFF2-40B4-BE49-F238E27FC236}">
                <a16:creationId xmlns:a16="http://schemas.microsoft.com/office/drawing/2014/main" id="{77B2BEF8-BFD0-B9EA-DA7D-9A975E25108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468817" y="6238690"/>
            <a:ext cx="475631" cy="486833"/>
          </a:xfrm>
        </p:spPr>
        <p:txBody>
          <a:bodyPr/>
          <a:lstStyle>
            <a:lvl1pPr>
              <a:defRPr sz="1050" b="0" i="0">
                <a:solidFill>
                  <a:srgbClr val="D3D1D1"/>
                </a:solidFill>
                <a:latin typeface="微软雅黑" panose="020B0503020204020204" pitchFamily="34" charset="-122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defTabSz="914400">
              <a:defRPr/>
            </a:pPr>
            <a:fld id="{FC42EED7-458C-4750-A402-CE116D16CFEB}" type="slidenum">
              <a:rPr lang="es-ES" noProof="0" smtClean="0">
                <a:ea typeface="等线" pitchFamily="2" charset="-122"/>
                <a:cs typeface="+mn-cs"/>
              </a:rPr>
              <a:pPr defTabSz="914400">
                <a:defRPr/>
              </a:pPr>
              <a:t>‹Nº›</a:t>
            </a:fld>
            <a:endParaRPr lang="es-ES" noProof="0" dirty="0">
              <a:ea typeface="等线" pitchFamily="2" charset="-122"/>
              <a:cs typeface="+mn-cs"/>
            </a:endParaRPr>
          </a:p>
        </p:txBody>
      </p:sp>
      <p:sp>
        <p:nvSpPr>
          <p:cNvPr id="20" name="文本框 11">
            <a:extLst>
              <a:ext uri="{FF2B5EF4-FFF2-40B4-BE49-F238E27FC236}">
                <a16:creationId xmlns:a16="http://schemas.microsoft.com/office/drawing/2014/main" id="{DD53FAD7-F170-0938-BD41-7ABD1F53F20E}"/>
              </a:ext>
            </a:extLst>
          </p:cNvPr>
          <p:cNvSpPr txBox="1"/>
          <p:nvPr userDrawn="1"/>
        </p:nvSpPr>
        <p:spPr>
          <a:xfrm>
            <a:off x="5776833" y="6376078"/>
            <a:ext cx="569198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s-ES" sz="935" b="0" i="0" noProof="0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" panose="020B0404020202020204" pitchFamily="34" charset="0"/>
              </a:rPr>
              <a:t>© 2026 TP-Link Systems Inc. | Prohibida su Distribución o Reproducción</a:t>
            </a:r>
            <a:endParaRPr lang="es-ES" sz="935" b="0" i="0" noProof="0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cs typeface="TP-Link Aktiv" panose="020B0404020202020204" pitchFamily="34" charset="0"/>
            </a:endParaRPr>
          </a:p>
        </p:txBody>
      </p:sp>
      <p:pic>
        <p:nvPicPr>
          <p:cNvPr id="2" name="Imagen 1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929F7D85-50D9-DC10-749A-EDBDD65B20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47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4E94654A-A6A0-D8C2-F4F6-E5CD93300D5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468817" y="6238690"/>
            <a:ext cx="475631" cy="486833"/>
          </a:xfrm>
        </p:spPr>
        <p:txBody>
          <a:bodyPr/>
          <a:lstStyle>
            <a:lvl1pPr>
              <a:defRPr sz="1050" b="0" i="0">
                <a:solidFill>
                  <a:srgbClr val="D3D1D1"/>
                </a:solidFill>
                <a:latin typeface="微软雅黑" panose="020B0503020204020204" pitchFamily="34" charset="-122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defTabSz="914400">
              <a:defRPr/>
            </a:pPr>
            <a:fld id="{FC42EED7-458C-4750-A402-CE116D16CFEB}" type="slidenum">
              <a:rPr lang="es-ES" noProof="0" smtClean="0">
                <a:ea typeface="等线" pitchFamily="2" charset="-122"/>
                <a:cs typeface="+mn-cs"/>
              </a:rPr>
              <a:pPr defTabSz="914400">
                <a:defRPr/>
              </a:pPr>
              <a:t>‹Nº›</a:t>
            </a:fld>
            <a:endParaRPr lang="es-ES" noProof="0" dirty="0">
              <a:ea typeface="等线" pitchFamily="2" charset="-122"/>
              <a:cs typeface="+mn-cs"/>
            </a:endParaRPr>
          </a:p>
        </p:txBody>
      </p:sp>
      <p:sp>
        <p:nvSpPr>
          <p:cNvPr id="11" name="文本框 11">
            <a:extLst>
              <a:ext uri="{FF2B5EF4-FFF2-40B4-BE49-F238E27FC236}">
                <a16:creationId xmlns:a16="http://schemas.microsoft.com/office/drawing/2014/main" id="{E54E430B-2DF1-2074-50A7-CCEE124CCA8B}"/>
              </a:ext>
            </a:extLst>
          </p:cNvPr>
          <p:cNvSpPr txBox="1"/>
          <p:nvPr userDrawn="1"/>
        </p:nvSpPr>
        <p:spPr>
          <a:xfrm>
            <a:off x="5776833" y="6376078"/>
            <a:ext cx="569198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s-ES" sz="935" b="0" i="0" noProof="0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" panose="020B0404020202020204" pitchFamily="34" charset="0"/>
              </a:rPr>
              <a:t>© 2026 TP-Link Systems Inc. | Prohibida su Distribución o Reproducción</a:t>
            </a:r>
            <a:endParaRPr lang="es-ES" sz="935" b="0" i="0" noProof="0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cs typeface="TP-Link Aktiv" panose="020B0404020202020204" pitchFamily="34" charset="0"/>
            </a:endParaRPr>
          </a:p>
        </p:txBody>
      </p:sp>
      <p:pic>
        <p:nvPicPr>
          <p:cNvPr id="2" name="Imagen 1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8E1310E4-6C4B-C5B8-CA27-984B77AA3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34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3"/>
          <p:cNvSpPr>
            <a:spLocks noGrp="1"/>
          </p:cNvSpPr>
          <p:nvPr>
            <p:ph type="title" hasCustomPrompt="1"/>
          </p:nvPr>
        </p:nvSpPr>
        <p:spPr>
          <a:xfrm>
            <a:off x="978728" y="426084"/>
            <a:ext cx="10913234" cy="373579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defRPr sz="2000" b="1" i="0" baseline="0">
                <a:solidFill>
                  <a:srgbClr val="005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Headline</a:t>
            </a:r>
            <a:endParaRPr kumimoji="1"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4" hasCustomPrompt="1"/>
          </p:nvPr>
        </p:nvSpPr>
        <p:spPr>
          <a:xfrm>
            <a:off x="978728" y="813103"/>
            <a:ext cx="10913234" cy="4786632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None/>
              <a:defRPr sz="1200" b="0" i="0" baseline="0">
                <a:solidFill>
                  <a:srgbClr val="005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goes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here.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12.</a:t>
            </a:r>
            <a:endParaRPr kumimoji="1"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488490">
                <a:tint val="45000"/>
                <a:satMod val="400000"/>
              </a:srgbClr>
            </a:duotone>
            <a:lum bright="-20000"/>
          </a:blip>
          <a:stretch>
            <a:fillRect/>
          </a:stretch>
        </p:blipFill>
        <p:spPr>
          <a:xfrm rot="16200000">
            <a:off x="-486770" y="0"/>
            <a:ext cx="301957" cy="301957"/>
          </a:xfrm>
          <a:prstGeom prst="rect">
            <a:avLst/>
          </a:prstGeom>
        </p:spPr>
      </p:pic>
      <p:sp>
        <p:nvSpPr>
          <p:cNvPr id="4" name="文本框 11">
            <a:extLst>
              <a:ext uri="{FF2B5EF4-FFF2-40B4-BE49-F238E27FC236}">
                <a16:creationId xmlns:a16="http://schemas.microsoft.com/office/drawing/2014/main" id="{D5154592-7824-C5B1-61E0-51E77B3987A1}"/>
              </a:ext>
            </a:extLst>
          </p:cNvPr>
          <p:cNvSpPr txBox="1"/>
          <p:nvPr userDrawn="1"/>
        </p:nvSpPr>
        <p:spPr>
          <a:xfrm>
            <a:off x="5968228" y="6450506"/>
            <a:ext cx="569198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s-ES" sz="935" b="0" i="0" noProof="0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" panose="020B0404020202020204" pitchFamily="34" charset="0"/>
              </a:rPr>
              <a:t>© 2026 TP-Link Systems Inc. | Prohibida su Distribución o Reproducción</a:t>
            </a:r>
            <a:endParaRPr lang="es-ES" sz="935" b="0" i="0" noProof="0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cs typeface="TP-Link Aktiv" panose="020B0404020202020204" pitchFamily="34" charset="0"/>
            </a:endParaRPr>
          </a:p>
        </p:txBody>
      </p:sp>
      <p:pic>
        <p:nvPicPr>
          <p:cNvPr id="5" name="图片 10">
            <a:extLst>
              <a:ext uri="{FF2B5EF4-FFF2-40B4-BE49-F238E27FC236}">
                <a16:creationId xmlns:a16="http://schemas.microsoft.com/office/drawing/2014/main" id="{082198BE-4310-725B-5B53-2FB2133F1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2102" y="6516114"/>
            <a:ext cx="469900" cy="139700"/>
          </a:xfrm>
          <a:prstGeom prst="rect">
            <a:avLst/>
          </a:prstGeom>
        </p:spPr>
      </p:pic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657802B1-47CE-D5D0-3825-F998CFF68CF3}"/>
              </a:ext>
            </a:extLst>
          </p:cNvPr>
          <p:cNvSpPr txBox="1">
            <a:spLocks/>
          </p:cNvSpPr>
          <p:nvPr userDrawn="1"/>
        </p:nvSpPr>
        <p:spPr>
          <a:xfrm>
            <a:off x="11422081" y="6392295"/>
            <a:ext cx="7212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45E168-1219-CD4A-80ED-4291B526AB8C}" type="slidenum">
              <a:rPr kumimoji="1" lang="zh-CN" altLang="en-US" smtClean="0"/>
              <a:pPr/>
              <a:t>‹Nº›</a:t>
            </a:fld>
            <a:endParaRPr kumimoji="1" lang="zh-CN" altLang="en-US" dirty="0"/>
          </a:p>
        </p:txBody>
      </p:sp>
      <p:pic>
        <p:nvPicPr>
          <p:cNvPr id="2" name="Imagen 1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7E6ECA25-5060-4FBC-910F-0D0700033A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36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5"/>
          <p:cNvSpPr>
            <a:spLocks noGrp="1"/>
          </p:cNvSpPr>
          <p:nvPr>
            <p:ph sz="quarter" idx="14" hasCustomPrompt="1"/>
          </p:nvPr>
        </p:nvSpPr>
        <p:spPr>
          <a:xfrm>
            <a:off x="591165" y="1716845"/>
            <a:ext cx="11009668" cy="1001616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Arial" panose="020B0604020202090204" pitchFamily="34" charset="0"/>
              <a:buNone/>
              <a:defRPr sz="1600" b="0" i="0" baseline="0">
                <a:solidFill>
                  <a:schemeClr val="tx1"/>
                </a:solidFill>
                <a:latin typeface="TP-Link Aktiv Light" panose="020B0404020202020204" pitchFamily="34" charset="0"/>
                <a:ea typeface="TP-Link Aktiv Light" panose="020B0404020202020204" pitchFamily="34" charset="0"/>
                <a:cs typeface="TP-Link Aktiv Light" panose="020B0404020202020204" pitchFamily="34" charset="0"/>
              </a:defRPr>
            </a:lvl1pPr>
          </a:lstStyle>
          <a:p>
            <a:pPr lvl="0"/>
            <a:r>
              <a:rPr kumimoji="1" lang="es-PE" noProof="0" dirty="0"/>
              <a:t>Text </a:t>
            </a:r>
            <a:r>
              <a:rPr kumimoji="1" lang="es-PE" noProof="0" dirty="0" err="1"/>
              <a:t>goes</a:t>
            </a:r>
            <a:r>
              <a:rPr kumimoji="1" lang="es-PE" noProof="0" dirty="0"/>
              <a:t> </a:t>
            </a:r>
            <a:r>
              <a:rPr kumimoji="1" lang="es-PE" noProof="0" dirty="0" err="1"/>
              <a:t>here</a:t>
            </a:r>
            <a:r>
              <a:rPr kumimoji="1" lang="es-PE" noProof="0" dirty="0"/>
              <a:t>. Arial / regular / </a:t>
            </a:r>
            <a:r>
              <a:rPr kumimoji="1" lang="es-PE" noProof="0" dirty="0" err="1"/>
              <a:t>size</a:t>
            </a:r>
            <a:r>
              <a:rPr kumimoji="1" lang="es-PE" noProof="0" dirty="0"/>
              <a:t> 12.</a:t>
            </a:r>
          </a:p>
        </p:txBody>
      </p:sp>
      <p:sp>
        <p:nvSpPr>
          <p:cNvPr id="4" name="标题 13"/>
          <p:cNvSpPr>
            <a:spLocks noGrp="1"/>
          </p:cNvSpPr>
          <p:nvPr>
            <p:ph type="title" hasCustomPrompt="1"/>
          </p:nvPr>
        </p:nvSpPr>
        <p:spPr>
          <a:xfrm>
            <a:off x="597622" y="428404"/>
            <a:ext cx="5112300" cy="547224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defRPr sz="2400" b="0" i="0" baseline="0">
                <a:solidFill>
                  <a:schemeClr val="tx1"/>
                </a:solidFill>
                <a:latin typeface="TP-Link Aktiv Medium" pitchFamily="34" charset="0"/>
                <a:ea typeface="TP-Link Aktiv Medium" pitchFamily="34" charset="0"/>
                <a:cs typeface="TP-Link Aktiv Medium" pitchFamily="34" charset="0"/>
              </a:defRPr>
            </a:lvl1pPr>
          </a:lstStyle>
          <a:p>
            <a:r>
              <a:rPr kumimoji="1" lang="es-PE" noProof="0" dirty="0" err="1"/>
              <a:t>Click</a:t>
            </a:r>
            <a:r>
              <a:rPr kumimoji="1" lang="es-PE" noProof="0" dirty="0"/>
              <a:t> </a:t>
            </a:r>
            <a:r>
              <a:rPr kumimoji="1" lang="es-PE" noProof="0" dirty="0" err="1"/>
              <a:t>to</a:t>
            </a:r>
            <a:r>
              <a:rPr kumimoji="1" lang="es-PE" noProof="0" dirty="0"/>
              <a:t> </a:t>
            </a:r>
            <a:r>
              <a:rPr kumimoji="1" lang="es-PE" noProof="0" dirty="0" err="1"/>
              <a:t>Edit</a:t>
            </a:r>
            <a:r>
              <a:rPr kumimoji="1" lang="es-PE" noProof="0" dirty="0"/>
              <a:t> </a:t>
            </a:r>
            <a:r>
              <a:rPr kumimoji="1" lang="es-PE" noProof="0" dirty="0" err="1"/>
              <a:t>Headline</a:t>
            </a:r>
            <a:endParaRPr kumimoji="1" lang="es-PE" noProof="0" dirty="0"/>
          </a:p>
        </p:txBody>
      </p:sp>
      <p:sp>
        <p:nvSpPr>
          <p:cNvPr id="5" name="图片占位符 5"/>
          <p:cNvSpPr>
            <a:spLocks noGrp="1"/>
          </p:cNvSpPr>
          <p:nvPr>
            <p:ph type="pic" sz="quarter" idx="15" hasCustomPrompt="1"/>
          </p:nvPr>
        </p:nvSpPr>
        <p:spPr>
          <a:xfrm>
            <a:off x="588435" y="2855849"/>
            <a:ext cx="11015133" cy="3216704"/>
          </a:xfrm>
        </p:spPr>
        <p:txBody>
          <a:bodyPr/>
          <a:lstStyle>
            <a:lvl1pPr marL="0" indent="0">
              <a:buFont typeface="Arial" panose="020B0604020202090204" pitchFamily="34" charset="0"/>
              <a:buNone/>
              <a:defRPr b="0" i="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s-PE" noProof="0" dirty="0"/>
              <a:t>PICTURE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20" y="562592"/>
            <a:ext cx="150803" cy="205529"/>
          </a:xfrm>
          <a:prstGeom prst="rect">
            <a:avLst/>
          </a:prstGeom>
        </p:spPr>
      </p:pic>
      <p:sp>
        <p:nvSpPr>
          <p:cNvPr id="30" name="内容占位符 15"/>
          <p:cNvSpPr>
            <a:spLocks noGrp="1"/>
          </p:cNvSpPr>
          <p:nvPr>
            <p:ph sz="quarter" idx="22" hasCustomPrompt="1"/>
          </p:nvPr>
        </p:nvSpPr>
        <p:spPr>
          <a:xfrm>
            <a:off x="588434" y="1203806"/>
            <a:ext cx="11009668" cy="49236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Arial" panose="020B0604020202090204" pitchFamily="34" charset="0"/>
              <a:buNone/>
              <a:defRPr sz="1865" b="0" i="0" baseline="0">
                <a:solidFill>
                  <a:schemeClr val="tx1"/>
                </a:solidFill>
                <a:latin typeface="TP-Link Aktiv" panose="020B0404020202020204" pitchFamily="34" charset="0"/>
                <a:ea typeface="TP-Link Aktiv" panose="020B0404020202020204" pitchFamily="34" charset="0"/>
                <a:cs typeface="TP-Link Aktiv" panose="020B0404020202020204" pitchFamily="34" charset="0"/>
              </a:defRPr>
            </a:lvl1pPr>
          </a:lstStyle>
          <a:p>
            <a:pPr lvl="0"/>
            <a:r>
              <a:rPr kumimoji="1" lang="es-PE" noProof="0" dirty="0"/>
              <a:t>Text </a:t>
            </a:r>
            <a:r>
              <a:rPr kumimoji="1" lang="es-PE" noProof="0" dirty="0" err="1"/>
              <a:t>goes</a:t>
            </a:r>
            <a:r>
              <a:rPr kumimoji="1" lang="es-PE" noProof="0" dirty="0"/>
              <a:t> </a:t>
            </a:r>
            <a:r>
              <a:rPr kumimoji="1" lang="es-PE" noProof="0" dirty="0" err="1"/>
              <a:t>here</a:t>
            </a:r>
            <a:r>
              <a:rPr kumimoji="1" lang="es-PE" noProof="0" dirty="0"/>
              <a:t>. Arial / regular / </a:t>
            </a:r>
            <a:r>
              <a:rPr kumimoji="1" lang="es-PE" noProof="0" dirty="0" err="1"/>
              <a:t>size</a:t>
            </a:r>
            <a:r>
              <a:rPr kumimoji="1" lang="es-PE" noProof="0" dirty="0"/>
              <a:t> 14.</a:t>
            </a:r>
          </a:p>
        </p:txBody>
      </p:sp>
      <p:sp>
        <p:nvSpPr>
          <p:cNvPr id="12" name="幻灯片编号占位符 5">
            <a:extLst>
              <a:ext uri="{FF2B5EF4-FFF2-40B4-BE49-F238E27FC236}">
                <a16:creationId xmlns:a16="http://schemas.microsoft.com/office/drawing/2014/main" id="{B339EABF-6456-F696-55C1-1C9823521A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468817" y="6238690"/>
            <a:ext cx="475631" cy="486833"/>
          </a:xfrm>
        </p:spPr>
        <p:txBody>
          <a:bodyPr/>
          <a:lstStyle>
            <a:lvl1pPr>
              <a:defRPr sz="1050" b="0" i="0">
                <a:solidFill>
                  <a:srgbClr val="D3D1D1"/>
                </a:solidFill>
                <a:latin typeface="微软雅黑" panose="020B0503020204020204" pitchFamily="34" charset="-122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defTabSz="914400">
              <a:defRPr/>
            </a:pPr>
            <a:fld id="{FC42EED7-458C-4750-A402-CE116D16CFEB}" type="slidenum">
              <a:rPr lang="es-ES" noProof="0" smtClean="0">
                <a:ea typeface="等线" pitchFamily="2" charset="-122"/>
                <a:cs typeface="+mn-cs"/>
              </a:rPr>
              <a:pPr defTabSz="914400">
                <a:defRPr/>
              </a:pPr>
              <a:t>‹Nº›</a:t>
            </a:fld>
            <a:endParaRPr lang="es-ES" noProof="0" dirty="0">
              <a:ea typeface="等线" pitchFamily="2" charset="-122"/>
              <a:cs typeface="+mn-cs"/>
            </a:endParaRPr>
          </a:p>
        </p:txBody>
      </p:sp>
      <p:sp>
        <p:nvSpPr>
          <p:cNvPr id="13" name="文本框 11">
            <a:extLst>
              <a:ext uri="{FF2B5EF4-FFF2-40B4-BE49-F238E27FC236}">
                <a16:creationId xmlns:a16="http://schemas.microsoft.com/office/drawing/2014/main" id="{86E77456-EA01-2088-1AAB-965F0D8FFBC5}"/>
              </a:ext>
            </a:extLst>
          </p:cNvPr>
          <p:cNvSpPr txBox="1"/>
          <p:nvPr userDrawn="1"/>
        </p:nvSpPr>
        <p:spPr>
          <a:xfrm>
            <a:off x="5776833" y="6376078"/>
            <a:ext cx="569198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s-ES" sz="935" b="0" i="0" noProof="0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" panose="020B0404020202020204" pitchFamily="34" charset="0"/>
              </a:rPr>
              <a:t>© 2026 TP-Link Systems Inc. | Prohibida su Distribución o Reproducción</a:t>
            </a:r>
            <a:endParaRPr lang="es-ES" sz="935" b="0" i="0" noProof="0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cs typeface="TP-Link Aktiv" panose="020B0404020202020204" pitchFamily="34" charset="0"/>
            </a:endParaRPr>
          </a:p>
        </p:txBody>
      </p:sp>
      <p:pic>
        <p:nvPicPr>
          <p:cNvPr id="2" name="Imagen 1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A61DD9FD-0181-76B8-CA83-60F0FBD2E6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21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054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3" name="幻灯片编号占位符 5">
            <a:extLst>
              <a:ext uri="{FF2B5EF4-FFF2-40B4-BE49-F238E27FC236}">
                <a16:creationId xmlns:a16="http://schemas.microsoft.com/office/drawing/2014/main" id="{856AD2EE-28E2-E076-9B9F-E1FF8C5EF70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468817" y="6238690"/>
            <a:ext cx="475631" cy="486833"/>
          </a:xfrm>
        </p:spPr>
        <p:txBody>
          <a:bodyPr/>
          <a:lstStyle>
            <a:lvl1pPr>
              <a:defRPr sz="1050" b="0" i="0">
                <a:solidFill>
                  <a:srgbClr val="D3D1D1"/>
                </a:solidFill>
                <a:latin typeface="微软雅黑" panose="020B0503020204020204" pitchFamily="34" charset="-122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defTabSz="914400">
              <a:defRPr/>
            </a:pPr>
            <a:fld id="{FC42EED7-458C-4750-A402-CE116D16CFEB}" type="slidenum">
              <a:rPr lang="es-ES" noProof="0" smtClean="0">
                <a:ea typeface="等线" pitchFamily="2" charset="-122"/>
                <a:cs typeface="+mn-cs"/>
              </a:rPr>
              <a:pPr defTabSz="914400">
                <a:defRPr/>
              </a:pPr>
              <a:t>‹Nº›</a:t>
            </a:fld>
            <a:endParaRPr lang="es-ES" noProof="0" dirty="0">
              <a:ea typeface="等线" pitchFamily="2" charset="-122"/>
              <a:cs typeface="+mn-cs"/>
            </a:endParaRP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7774B551-0959-FDD3-629D-C60B6FA5FB15}"/>
              </a:ext>
            </a:extLst>
          </p:cNvPr>
          <p:cNvSpPr txBox="1"/>
          <p:nvPr userDrawn="1"/>
        </p:nvSpPr>
        <p:spPr>
          <a:xfrm>
            <a:off x="5776833" y="6376078"/>
            <a:ext cx="569198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s-ES" sz="935" b="0" i="0" noProof="0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" panose="020B0404020202020204" pitchFamily="34" charset="0"/>
              </a:rPr>
              <a:t>© 2026 TP-Link Systems Inc. | Prohibida su Distribución o Reproducción</a:t>
            </a:r>
            <a:endParaRPr lang="es-ES" sz="935" b="0" i="0" noProof="0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cs typeface="TP-Link Aktiv" panose="020B0404020202020204" pitchFamily="34" charset="0"/>
            </a:endParaRPr>
          </a:p>
        </p:txBody>
      </p:sp>
      <p:pic>
        <p:nvPicPr>
          <p:cNvPr id="3" name="Imagen 2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85724FC1-7342-6578-F463-97946E6870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81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I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>
            <a:extLst>
              <a:ext uri="{FF2B5EF4-FFF2-40B4-BE49-F238E27FC236}">
                <a16:creationId xmlns:a16="http://schemas.microsoft.com/office/drawing/2014/main" id="{669CF197-646A-5EC3-885B-A73F87ACC279}"/>
              </a:ext>
            </a:extLst>
          </p:cNvPr>
          <p:cNvSpPr txBox="1"/>
          <p:nvPr userDrawn="1"/>
        </p:nvSpPr>
        <p:spPr>
          <a:xfrm>
            <a:off x="5968228" y="6450506"/>
            <a:ext cx="569198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es-ES" sz="935" b="0" i="0" noProof="0" dirty="0">
                <a:solidFill>
                  <a:schemeClr val="bg2">
                    <a:lumMod val="9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P-Link Aktiv" panose="020B0404020202020204" pitchFamily="34" charset="0"/>
              </a:rPr>
              <a:t>© 2026 TP-Link Systems Inc. | Prohibida su Distribución o Reproducción</a:t>
            </a:r>
            <a:endParaRPr lang="es-ES" sz="935" b="0" i="0" noProof="0" dirty="0">
              <a:solidFill>
                <a:schemeClr val="bg2">
                  <a:lumMod val="90000"/>
                </a:schemeClr>
              </a:solidFill>
              <a:latin typeface="微软雅黑" panose="020B0503020204020204" pitchFamily="34" charset="-122"/>
              <a:cs typeface="TP-Link Aktiv" panose="020B0404020202020204" pitchFamily="34" charset="0"/>
            </a:endParaRPr>
          </a:p>
        </p:txBody>
      </p:sp>
      <p:pic>
        <p:nvPicPr>
          <p:cNvPr id="7" name="图片 10">
            <a:extLst>
              <a:ext uri="{FF2B5EF4-FFF2-40B4-BE49-F238E27FC236}">
                <a16:creationId xmlns:a16="http://schemas.microsoft.com/office/drawing/2014/main" id="{25E6BED8-2725-9371-F8EC-1E66A20D6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22102" y="6516114"/>
            <a:ext cx="469900" cy="139700"/>
          </a:xfrm>
          <a:prstGeom prst="rect">
            <a:avLst/>
          </a:prstGeom>
        </p:spPr>
      </p:pic>
      <p:sp>
        <p:nvSpPr>
          <p:cNvPr id="9" name="幻灯片编号占位符 5">
            <a:extLst>
              <a:ext uri="{FF2B5EF4-FFF2-40B4-BE49-F238E27FC236}">
                <a16:creationId xmlns:a16="http://schemas.microsoft.com/office/drawing/2014/main" id="{F3EF5C7E-4A43-8286-EC6B-C1B4F0A048F0}"/>
              </a:ext>
            </a:extLst>
          </p:cNvPr>
          <p:cNvSpPr txBox="1">
            <a:spLocks/>
          </p:cNvSpPr>
          <p:nvPr userDrawn="1"/>
        </p:nvSpPr>
        <p:spPr>
          <a:xfrm>
            <a:off x="11422081" y="6392295"/>
            <a:ext cx="7212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45E168-1219-CD4A-80ED-4291B526AB8C}" type="slidenum">
              <a:rPr kumimoji="1" lang="zh-CN" altLang="en-US" smtClean="0"/>
              <a:pPr/>
              <a:t>‹Nº›</a:t>
            </a:fld>
            <a:endParaRPr kumimoji="1" lang="zh-CN" altLang="en-US" dirty="0"/>
          </a:p>
        </p:txBody>
      </p:sp>
      <p:pic>
        <p:nvPicPr>
          <p:cNvPr id="5" name="Imagen 4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DD7D9EA4-77F1-3B66-FC89-171B6AF5B2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1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988D0-4CF7-443F-97EA-1240EA679527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A9AFF-FC4B-476E-9F9B-7181E3BC6B42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81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3" r:id="rId13"/>
    <p:sldLayoutId id="2147483715" r:id="rId14"/>
    <p:sldLayoutId id="2147483718" r:id="rId15"/>
    <p:sldLayoutId id="2147483719" r:id="rId16"/>
    <p:sldLayoutId id="2147483720" r:id="rId17"/>
    <p:sldLayoutId id="214748372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emf"/><Relationship Id="rId11" Type="http://schemas.openxmlformats.org/officeDocument/2006/relationships/image" Target="../media/image26.svg"/><Relationship Id="rId5" Type="http://schemas.openxmlformats.org/officeDocument/2006/relationships/image" Target="../media/image21.jpeg"/><Relationship Id="rId15" Type="http://schemas.openxmlformats.org/officeDocument/2006/relationships/image" Target="../media/image6.png"/><Relationship Id="rId10" Type="http://schemas.openxmlformats.org/officeDocument/2006/relationships/image" Target="../media/image25.svg"/><Relationship Id="rId4" Type="http://schemas.openxmlformats.org/officeDocument/2006/relationships/image" Target="../media/image20.jpeg"/><Relationship Id="rId9" Type="http://schemas.openxmlformats.org/officeDocument/2006/relationships/image" Target="../media/image24.svg"/><Relationship Id="rId1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1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0.jpe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emf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emf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emf"/><Relationship Id="rId5" Type="http://schemas.openxmlformats.org/officeDocument/2006/relationships/image" Target="../media/image43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 6">
            <a:extLst>
              <a:ext uri="{FF2B5EF4-FFF2-40B4-BE49-F238E27FC236}">
                <a16:creationId xmlns:a16="http://schemas.microsoft.com/office/drawing/2014/main" id="{8BE1CC9F-22B2-0AA9-A13C-83EB114414BA}"/>
              </a:ext>
            </a:extLst>
          </p:cNvPr>
          <p:cNvGrpSpPr/>
          <p:nvPr/>
        </p:nvGrpSpPr>
        <p:grpSpPr>
          <a:xfrm>
            <a:off x="1460283" y="4142717"/>
            <a:ext cx="1114381" cy="273668"/>
            <a:chOff x="3694894" y="2812437"/>
            <a:chExt cx="619725" cy="147026"/>
          </a:xfrm>
        </p:grpSpPr>
        <p:pic>
          <p:nvPicPr>
            <p:cNvPr id="17" name="图片 7">
              <a:extLst>
                <a:ext uri="{FF2B5EF4-FFF2-40B4-BE49-F238E27FC236}">
                  <a16:creationId xmlns:a16="http://schemas.microsoft.com/office/drawing/2014/main" id="{80DEF5F0-3413-0F5A-D081-12B154C4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3694894" y="2812437"/>
              <a:ext cx="147026" cy="147026"/>
            </a:xfrm>
            <a:prstGeom prst="rect">
              <a:avLst/>
            </a:prstGeom>
          </p:spPr>
        </p:pic>
        <p:pic>
          <p:nvPicPr>
            <p:cNvPr id="18" name="图片 8">
              <a:extLst>
                <a:ext uri="{FF2B5EF4-FFF2-40B4-BE49-F238E27FC236}">
                  <a16:creationId xmlns:a16="http://schemas.microsoft.com/office/drawing/2014/main" id="{9D4C95BE-670C-8DE7-D578-5881F5C67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3931244" y="2812437"/>
              <a:ext cx="147026" cy="147026"/>
            </a:xfrm>
            <a:prstGeom prst="rect">
              <a:avLst/>
            </a:prstGeom>
          </p:spPr>
        </p:pic>
        <p:pic>
          <p:nvPicPr>
            <p:cNvPr id="19" name="图片 11">
              <a:extLst>
                <a:ext uri="{FF2B5EF4-FFF2-40B4-BE49-F238E27FC236}">
                  <a16:creationId xmlns:a16="http://schemas.microsoft.com/office/drawing/2014/main" id="{6362C750-1CB7-D3D5-C486-38E3D4E07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4167593" y="2812437"/>
              <a:ext cx="147026" cy="147026"/>
            </a:xfrm>
            <a:prstGeom prst="rect">
              <a:avLst/>
            </a:prstGeom>
          </p:spPr>
        </p:pic>
      </p:grpSp>
      <p:sp>
        <p:nvSpPr>
          <p:cNvPr id="2" name="Título 9">
            <a:extLst>
              <a:ext uri="{FF2B5EF4-FFF2-40B4-BE49-F238E27FC236}">
                <a16:creationId xmlns:a16="http://schemas.microsoft.com/office/drawing/2014/main" id="{8825AD88-AA4B-A263-AA0E-1465E09A36E4}"/>
              </a:ext>
            </a:extLst>
          </p:cNvPr>
          <p:cNvSpPr txBox="1">
            <a:spLocks/>
          </p:cNvSpPr>
          <p:nvPr/>
        </p:nvSpPr>
        <p:spPr>
          <a:xfrm>
            <a:off x="628882" y="1523104"/>
            <a:ext cx="5841200" cy="1574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i="0" kern="1200" baseline="0">
                <a:solidFill>
                  <a:schemeClr val="bg1"/>
                </a:solidFill>
                <a:latin typeface="TP-Link Aktiv Medium" pitchFamily="34" charset="0"/>
                <a:ea typeface="TP-Link Aktiv Medium" pitchFamily="34" charset="0"/>
                <a:cs typeface="TP-Link Aktiv Medium" pitchFamily="34" charset="0"/>
              </a:defRPr>
            </a:lvl1pPr>
          </a:lstStyle>
          <a:p>
            <a:r>
              <a:rPr lang="es-PE" sz="4400" noProof="0" dirty="0"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Videovigilancia Inteligente</a:t>
            </a:r>
            <a:r>
              <a:rPr lang="es-PE" sz="4400" dirty="0"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 para </a:t>
            </a:r>
            <a:r>
              <a:rPr lang="es-PE" sz="4400" b="1" dirty="0"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SMB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49AE17-CF77-7C1C-023F-1A9B8B448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390" y="4279551"/>
            <a:ext cx="2814554" cy="147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6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03C0-8A69-C487-14C8-E4C7E22A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E420CE1-427C-8B69-57F1-F9F8D24D5EA3}"/>
              </a:ext>
            </a:extLst>
          </p:cNvPr>
          <p:cNvGrpSpPr/>
          <p:nvPr/>
        </p:nvGrpSpPr>
        <p:grpSpPr>
          <a:xfrm>
            <a:off x="-1" y="322042"/>
            <a:ext cx="3912244" cy="637872"/>
            <a:chOff x="480983" y="1252497"/>
            <a:chExt cx="3265894" cy="270545"/>
          </a:xfrm>
        </p:grpSpPr>
        <p:sp>
          <p:nvSpPr>
            <p:cNvPr id="3" name="Rectángulo: esquinas superiores, una redondeada y la otra cortada 2">
              <a:extLst>
                <a:ext uri="{FF2B5EF4-FFF2-40B4-BE49-F238E27FC236}">
                  <a16:creationId xmlns:a16="http://schemas.microsoft.com/office/drawing/2014/main" id="{055D3555-0A44-E249-5EE2-3A30B486AEEC}"/>
                </a:ext>
              </a:extLst>
            </p:cNvPr>
            <p:cNvSpPr/>
            <p:nvPr/>
          </p:nvSpPr>
          <p:spPr>
            <a:xfrm flipH="1">
              <a:off x="480983" y="1252497"/>
              <a:ext cx="3265894" cy="270545"/>
            </a:xfrm>
            <a:prstGeom prst="snipRoundRect">
              <a:avLst>
                <a:gd name="adj1" fmla="val 50000"/>
                <a:gd name="adj2" fmla="val 0"/>
              </a:avLst>
            </a:prstGeom>
            <a:solidFill>
              <a:srgbClr val="50BCC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ángulo: esquinas superiores, una redondeada y la otra cortada 3">
              <a:extLst>
                <a:ext uri="{FF2B5EF4-FFF2-40B4-BE49-F238E27FC236}">
                  <a16:creationId xmlns:a16="http://schemas.microsoft.com/office/drawing/2014/main" id="{6A6EE11B-4FD8-6076-1CC9-4E048C9555D9}"/>
                </a:ext>
              </a:extLst>
            </p:cNvPr>
            <p:cNvSpPr/>
            <p:nvPr/>
          </p:nvSpPr>
          <p:spPr>
            <a:xfrm flipH="1">
              <a:off x="480984" y="1252497"/>
              <a:ext cx="3196206" cy="270545"/>
            </a:xfrm>
            <a:prstGeom prst="snipRoundRect">
              <a:avLst>
                <a:gd name="adj1" fmla="val 50000"/>
                <a:gd name="adj2" fmla="val 0"/>
              </a:avLst>
            </a:prstGeom>
            <a:solidFill>
              <a:srgbClr val="005463"/>
            </a:solidFill>
          </p:spPr>
          <p:txBody>
            <a:bodyPr wrap="square" lIns="0" tIns="0" rIns="0" bIns="0" rtlCol="0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PE" sz="2400" b="1" dirty="0">
                  <a:solidFill>
                    <a:prstClr val="white"/>
                  </a:solidFill>
                  <a:latin typeface="Calibri" panose="020F0502020204030204"/>
                </a:rPr>
                <a:t>Escenarios de Aplicación</a:t>
              </a:r>
              <a:endParaRPr kumimoji="0" lang="es-PE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8CDF94B-0ACC-3815-64A4-A16DAC5871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314"/>
          <a:stretch/>
        </p:blipFill>
        <p:spPr>
          <a:xfrm>
            <a:off x="6104038" y="1333457"/>
            <a:ext cx="2700866" cy="1921933"/>
          </a:xfrm>
          <a:prstGeom prst="rect">
            <a:avLst/>
          </a:prstGeom>
        </p:spPr>
      </p:pic>
      <p:pic>
        <p:nvPicPr>
          <p:cNvPr id="6" name="图片 2">
            <a:extLst>
              <a:ext uri="{FF2B5EF4-FFF2-40B4-BE49-F238E27FC236}">
                <a16:creationId xmlns:a16="http://schemas.microsoft.com/office/drawing/2014/main" id="{1BD49AA9-E813-CAC5-87D5-74890D484A1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01"/>
          <a:stretch/>
        </p:blipFill>
        <p:spPr>
          <a:xfrm>
            <a:off x="665677" y="1333457"/>
            <a:ext cx="2658459" cy="1903662"/>
          </a:xfrm>
          <a:prstGeom prst="rect">
            <a:avLst/>
          </a:prstGeom>
        </p:spPr>
      </p:pic>
      <p:pic>
        <p:nvPicPr>
          <p:cNvPr id="7" name="图片 40">
            <a:extLst>
              <a:ext uri="{FF2B5EF4-FFF2-40B4-BE49-F238E27FC236}">
                <a16:creationId xmlns:a16="http://schemas.microsoft.com/office/drawing/2014/main" id="{BA3646C4-29BA-D435-3217-92B8D7B5824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17" b="33065"/>
          <a:stretch/>
        </p:blipFill>
        <p:spPr>
          <a:xfrm>
            <a:off x="3385708" y="1333457"/>
            <a:ext cx="2652295" cy="1914358"/>
          </a:xfrm>
          <a:prstGeom prst="rect">
            <a:avLst/>
          </a:prstGeom>
        </p:spPr>
      </p:pic>
      <p:pic>
        <p:nvPicPr>
          <p:cNvPr id="9" name="图片 14">
            <a:extLst>
              <a:ext uri="{FF2B5EF4-FFF2-40B4-BE49-F238E27FC236}">
                <a16:creationId xmlns:a16="http://schemas.microsoft.com/office/drawing/2014/main" id="{C1344A1B-7340-4071-FBF4-730FC7D9185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457" r="34687" b="22716"/>
          <a:stretch/>
        </p:blipFill>
        <p:spPr>
          <a:xfrm>
            <a:off x="8859559" y="3907546"/>
            <a:ext cx="2629229" cy="1904470"/>
          </a:xfrm>
          <a:prstGeom prst="rect">
            <a:avLst/>
          </a:prstGeom>
        </p:spPr>
      </p:pic>
      <p:pic>
        <p:nvPicPr>
          <p:cNvPr id="10" name="图片 34">
            <a:extLst>
              <a:ext uri="{FF2B5EF4-FFF2-40B4-BE49-F238E27FC236}">
                <a16:creationId xmlns:a16="http://schemas.microsoft.com/office/drawing/2014/main" id="{7B1435F8-F268-62EC-6F81-C1271BA202F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03" t="22272" r="27265" b="7779"/>
          <a:stretch/>
        </p:blipFill>
        <p:spPr>
          <a:xfrm>
            <a:off x="8859559" y="1333457"/>
            <a:ext cx="2635516" cy="1906821"/>
          </a:xfrm>
          <a:prstGeom prst="rect">
            <a:avLst/>
          </a:prstGeom>
        </p:spPr>
      </p:pic>
      <p:pic>
        <p:nvPicPr>
          <p:cNvPr id="12" name="图片 36">
            <a:extLst>
              <a:ext uri="{FF2B5EF4-FFF2-40B4-BE49-F238E27FC236}">
                <a16:creationId xmlns:a16="http://schemas.microsoft.com/office/drawing/2014/main" id="{97A406EB-F3A8-91B4-3E63-00B08837708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764" t="3659" r="6651" b="39145"/>
          <a:stretch/>
        </p:blipFill>
        <p:spPr>
          <a:xfrm>
            <a:off x="663146" y="3907546"/>
            <a:ext cx="2663825" cy="1906336"/>
          </a:xfrm>
          <a:prstGeom prst="rect">
            <a:avLst/>
          </a:prstGeom>
        </p:spPr>
      </p:pic>
      <p:pic>
        <p:nvPicPr>
          <p:cNvPr id="18" name="图片 38">
            <a:extLst>
              <a:ext uri="{FF2B5EF4-FFF2-40B4-BE49-F238E27FC236}">
                <a16:creationId xmlns:a16="http://schemas.microsoft.com/office/drawing/2014/main" id="{E8036D2C-93DD-C123-0CB1-5DBB8E7D8F5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743" t="180" r="16734" b="19210"/>
          <a:stretch/>
        </p:blipFill>
        <p:spPr>
          <a:xfrm>
            <a:off x="3385708" y="3907546"/>
            <a:ext cx="2647393" cy="1904394"/>
          </a:xfrm>
          <a:prstGeom prst="rect">
            <a:avLst/>
          </a:prstGeom>
        </p:spPr>
      </p:pic>
      <p:pic>
        <p:nvPicPr>
          <p:cNvPr id="22" name="图片 42">
            <a:extLst>
              <a:ext uri="{FF2B5EF4-FFF2-40B4-BE49-F238E27FC236}">
                <a16:creationId xmlns:a16="http://schemas.microsoft.com/office/drawing/2014/main" id="{EA528FA9-EDDD-25A1-AB6B-27FDFB3F513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" r="2131" b="5966"/>
          <a:stretch/>
        </p:blipFill>
        <p:spPr>
          <a:xfrm>
            <a:off x="6096000" y="3907546"/>
            <a:ext cx="2699318" cy="1903662"/>
          </a:xfrm>
          <a:prstGeom prst="rect">
            <a:avLst/>
          </a:prstGeom>
        </p:spPr>
      </p:pic>
      <p:sp>
        <p:nvSpPr>
          <p:cNvPr id="23" name="矩形 9">
            <a:extLst>
              <a:ext uri="{FF2B5EF4-FFF2-40B4-BE49-F238E27FC236}">
                <a16:creationId xmlns:a16="http://schemas.microsoft.com/office/drawing/2014/main" id="{EB91347A-15E9-DB1F-2663-6D9A3126ECDC}"/>
              </a:ext>
            </a:extLst>
          </p:cNvPr>
          <p:cNvSpPr/>
          <p:nvPr/>
        </p:nvSpPr>
        <p:spPr>
          <a:xfrm>
            <a:off x="9032956" y="5816456"/>
            <a:ext cx="2282434" cy="636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  <a:cs typeface="Calibri" panose="020F0502020204030204" pitchFamily="34" charset="0"/>
              </a:rPr>
              <a:t>Escuelas o Universidades</a:t>
            </a:r>
          </a:p>
        </p:txBody>
      </p:sp>
      <p:sp>
        <p:nvSpPr>
          <p:cNvPr id="25" name="矩形 7">
            <a:extLst>
              <a:ext uri="{FF2B5EF4-FFF2-40B4-BE49-F238E27FC236}">
                <a16:creationId xmlns:a16="http://schemas.microsoft.com/office/drawing/2014/main" id="{A40F1FE9-85AE-1657-C4C6-2B73B1BC314B}"/>
              </a:ext>
            </a:extLst>
          </p:cNvPr>
          <p:cNvSpPr/>
          <p:nvPr/>
        </p:nvSpPr>
        <p:spPr>
          <a:xfrm>
            <a:off x="4019891" y="3272631"/>
            <a:ext cx="1616980" cy="354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  <a:cs typeface="Calibri" panose="020F0502020204030204" pitchFamily="34" charset="0"/>
              </a:rPr>
              <a:t>Supermercados</a:t>
            </a:r>
          </a:p>
        </p:txBody>
      </p:sp>
      <p:sp>
        <p:nvSpPr>
          <p:cNvPr id="26" name="矩形 8">
            <a:extLst>
              <a:ext uri="{FF2B5EF4-FFF2-40B4-BE49-F238E27FC236}">
                <a16:creationId xmlns:a16="http://schemas.microsoft.com/office/drawing/2014/main" id="{879FD52D-C8E3-AB84-20BA-40DC0B495356}"/>
              </a:ext>
            </a:extLst>
          </p:cNvPr>
          <p:cNvSpPr/>
          <p:nvPr/>
        </p:nvSpPr>
        <p:spPr>
          <a:xfrm>
            <a:off x="6883222" y="3256397"/>
            <a:ext cx="1129901" cy="35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b="1" dirty="0">
                <a:solidFill>
                  <a:srgbClr val="004D59"/>
                </a:solidFill>
                <a:latin typeface="+mj-lt"/>
              </a:rPr>
              <a:t>Hoteles</a:t>
            </a:r>
            <a:endParaRPr lang="es-419" altLang="zh-CN" sz="1467" b="1" dirty="0">
              <a:solidFill>
                <a:srgbClr val="004D5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7" name="矩形 10">
            <a:extLst>
              <a:ext uri="{FF2B5EF4-FFF2-40B4-BE49-F238E27FC236}">
                <a16:creationId xmlns:a16="http://schemas.microsoft.com/office/drawing/2014/main" id="{1FCC1316-B358-885B-B539-F3C6DD912CFC}"/>
              </a:ext>
            </a:extLst>
          </p:cNvPr>
          <p:cNvSpPr/>
          <p:nvPr/>
        </p:nvSpPr>
        <p:spPr>
          <a:xfrm>
            <a:off x="9604309" y="3256397"/>
            <a:ext cx="1177437" cy="35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</a:rPr>
              <a:t>Oficinas</a:t>
            </a:r>
            <a:endParaRPr lang="es-419" altLang="zh-CN" sz="1467" dirty="0">
              <a:solidFill>
                <a:srgbClr val="004D5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8" name="矩形 11">
            <a:extLst>
              <a:ext uri="{FF2B5EF4-FFF2-40B4-BE49-F238E27FC236}">
                <a16:creationId xmlns:a16="http://schemas.microsoft.com/office/drawing/2014/main" id="{BCEA33EF-6A80-6EB9-C932-19E33C6802AE}"/>
              </a:ext>
            </a:extLst>
          </p:cNvPr>
          <p:cNvSpPr/>
          <p:nvPr/>
        </p:nvSpPr>
        <p:spPr>
          <a:xfrm>
            <a:off x="1189676" y="5816456"/>
            <a:ext cx="1541099" cy="35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</a:rPr>
              <a:t>Departamentos</a:t>
            </a:r>
            <a:endParaRPr lang="es-419" altLang="zh-CN" sz="1467" dirty="0">
              <a:solidFill>
                <a:srgbClr val="004D5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9" name="矩形 12">
            <a:extLst>
              <a:ext uri="{FF2B5EF4-FFF2-40B4-BE49-F238E27FC236}">
                <a16:creationId xmlns:a16="http://schemas.microsoft.com/office/drawing/2014/main" id="{11EB5C36-936C-0E52-12D7-0F1BA482A671}"/>
              </a:ext>
            </a:extLst>
          </p:cNvPr>
          <p:cNvSpPr/>
          <p:nvPr/>
        </p:nvSpPr>
        <p:spPr>
          <a:xfrm>
            <a:off x="4136895" y="5816456"/>
            <a:ext cx="1149785" cy="35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</a:rPr>
              <a:t>Almacenes</a:t>
            </a:r>
            <a:endParaRPr lang="es-419" altLang="zh-CN" sz="1467" dirty="0">
              <a:solidFill>
                <a:srgbClr val="004D5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0" name="矩形 13">
            <a:extLst>
              <a:ext uri="{FF2B5EF4-FFF2-40B4-BE49-F238E27FC236}">
                <a16:creationId xmlns:a16="http://schemas.microsoft.com/office/drawing/2014/main" id="{7869AFC9-0D6D-F7C6-1F76-0A0543B6B1F0}"/>
              </a:ext>
            </a:extLst>
          </p:cNvPr>
          <p:cNvSpPr/>
          <p:nvPr/>
        </p:nvSpPr>
        <p:spPr>
          <a:xfrm>
            <a:off x="6518322" y="5816456"/>
            <a:ext cx="1859701" cy="35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</a:rPr>
              <a:t>Plazas o parques</a:t>
            </a:r>
            <a:endParaRPr lang="es-419" altLang="zh-CN" sz="1467" dirty="0">
              <a:solidFill>
                <a:srgbClr val="004D5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1" name="矩形 21">
            <a:extLst>
              <a:ext uri="{FF2B5EF4-FFF2-40B4-BE49-F238E27FC236}">
                <a16:creationId xmlns:a16="http://schemas.microsoft.com/office/drawing/2014/main" id="{9ECB5F50-FB76-9FE5-42F5-8745FEB89D2A}"/>
              </a:ext>
            </a:extLst>
          </p:cNvPr>
          <p:cNvSpPr/>
          <p:nvPr/>
        </p:nvSpPr>
        <p:spPr>
          <a:xfrm>
            <a:off x="952456" y="3258172"/>
            <a:ext cx="2007329" cy="354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</a:pPr>
            <a:r>
              <a:rPr lang="es-419" altLang="zh-CN" sz="1467" dirty="0">
                <a:solidFill>
                  <a:srgbClr val="004D59"/>
                </a:solidFill>
                <a:latin typeface="+mj-lt"/>
              </a:rPr>
              <a:t>Centros Comerciales</a:t>
            </a:r>
            <a:endParaRPr lang="es-419" altLang="zh-CN" sz="1467" dirty="0">
              <a:solidFill>
                <a:srgbClr val="004D59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0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471275" y="6319838"/>
            <a:ext cx="720725" cy="365125"/>
          </a:xfrm>
        </p:spPr>
        <p:txBody>
          <a:bodyPr/>
          <a:lstStyle/>
          <a:p>
            <a:fld id="{8045E168-1219-CD4A-80ED-4291B526AB8C}" type="slidenum">
              <a:rPr kumimoji="1" lang="es-PE" noProof="0" smtClean="0"/>
              <a:t>3</a:t>
            </a:fld>
            <a:endParaRPr kumimoji="1" lang="es-PE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6FDBCC-4AF4-40C6-ABC8-6BE22081F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0" y="141574"/>
            <a:ext cx="1267002" cy="619211"/>
          </a:xfrm>
          <a:prstGeom prst="rect">
            <a:avLst/>
          </a:prstGeom>
        </p:spPr>
      </p:pic>
      <p:pic>
        <p:nvPicPr>
          <p:cNvPr id="25" name="图片 9">
            <a:extLst>
              <a:ext uri="{FF2B5EF4-FFF2-40B4-BE49-F238E27FC236}">
                <a16:creationId xmlns:a16="http://schemas.microsoft.com/office/drawing/2014/main" id="{C5D913D8-A6C1-2510-87E0-27A89DEBA7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6170"/>
          <a:stretch/>
        </p:blipFill>
        <p:spPr>
          <a:xfrm>
            <a:off x="5988255" y="-118579"/>
            <a:ext cx="6253724" cy="6954131"/>
          </a:xfrm>
          <a:prstGeom prst="rect">
            <a:avLst/>
          </a:prstGeom>
        </p:spPr>
      </p:pic>
      <p:pic>
        <p:nvPicPr>
          <p:cNvPr id="32" name="图片 11">
            <a:extLst>
              <a:ext uri="{FF2B5EF4-FFF2-40B4-BE49-F238E27FC236}">
                <a16:creationId xmlns:a16="http://schemas.microsoft.com/office/drawing/2014/main" id="{293CB059-C7A9-58A6-DB5B-B28C0427F1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69"/>
          <a:stretch/>
        </p:blipFill>
        <p:spPr>
          <a:xfrm>
            <a:off x="-90204" y="-118579"/>
            <a:ext cx="6133163" cy="6954131"/>
          </a:xfrm>
          <a:prstGeom prst="rect">
            <a:avLst/>
          </a:prstGeom>
        </p:spPr>
      </p:pic>
      <p:sp>
        <p:nvSpPr>
          <p:cNvPr id="31" name="矩形 12">
            <a:extLst>
              <a:ext uri="{FF2B5EF4-FFF2-40B4-BE49-F238E27FC236}">
                <a16:creationId xmlns:a16="http://schemas.microsoft.com/office/drawing/2014/main" id="{7A248EAF-21D8-D202-701B-19D0AD52F7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0204" y="-118579"/>
            <a:ext cx="12332183" cy="6998348"/>
          </a:xfrm>
          <a:prstGeom prst="rect">
            <a:avLst/>
          </a:prstGeom>
          <a:solidFill>
            <a:srgbClr val="36444B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93" name="组 6">
            <a:extLst>
              <a:ext uri="{FF2B5EF4-FFF2-40B4-BE49-F238E27FC236}">
                <a16:creationId xmlns:a16="http://schemas.microsoft.com/office/drawing/2014/main" id="{A5E62C4D-DE5F-B148-121D-385D065BC8AF}"/>
              </a:ext>
            </a:extLst>
          </p:cNvPr>
          <p:cNvGrpSpPr/>
          <p:nvPr/>
        </p:nvGrpSpPr>
        <p:grpSpPr>
          <a:xfrm>
            <a:off x="7844953" y="3568503"/>
            <a:ext cx="505515" cy="122943"/>
            <a:chOff x="3694894" y="2812437"/>
            <a:chExt cx="619725" cy="147026"/>
          </a:xfrm>
        </p:grpSpPr>
        <p:pic>
          <p:nvPicPr>
            <p:cNvPr id="96" name="图片 7">
              <a:extLst>
                <a:ext uri="{FF2B5EF4-FFF2-40B4-BE49-F238E27FC236}">
                  <a16:creationId xmlns:a16="http://schemas.microsoft.com/office/drawing/2014/main" id="{A6CB2D8C-A78B-0D99-3C57-C02851A2E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3694894" y="2812437"/>
              <a:ext cx="147026" cy="147026"/>
            </a:xfrm>
            <a:prstGeom prst="rect">
              <a:avLst/>
            </a:prstGeom>
          </p:spPr>
        </p:pic>
        <p:pic>
          <p:nvPicPr>
            <p:cNvPr id="101" name="图片 8">
              <a:extLst>
                <a:ext uri="{FF2B5EF4-FFF2-40B4-BE49-F238E27FC236}">
                  <a16:creationId xmlns:a16="http://schemas.microsoft.com/office/drawing/2014/main" id="{43FB922B-171F-1945-590A-7CC46AC72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3931244" y="2812437"/>
              <a:ext cx="147026" cy="147026"/>
            </a:xfrm>
            <a:prstGeom prst="rect">
              <a:avLst/>
            </a:prstGeom>
          </p:spPr>
        </p:pic>
        <p:pic>
          <p:nvPicPr>
            <p:cNvPr id="102" name="图片 11">
              <a:extLst>
                <a:ext uri="{FF2B5EF4-FFF2-40B4-BE49-F238E27FC236}">
                  <a16:creationId xmlns:a16="http://schemas.microsoft.com/office/drawing/2014/main" id="{B655E066-A85D-3701-64AC-6B73B7353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4167593" y="2812437"/>
              <a:ext cx="147026" cy="147026"/>
            </a:xfrm>
            <a:prstGeom prst="rect">
              <a:avLst/>
            </a:prstGeom>
          </p:spPr>
        </p:pic>
      </p:grpSp>
      <p:grpSp>
        <p:nvGrpSpPr>
          <p:cNvPr id="110" name="组 6">
            <a:extLst>
              <a:ext uri="{FF2B5EF4-FFF2-40B4-BE49-F238E27FC236}">
                <a16:creationId xmlns:a16="http://schemas.microsoft.com/office/drawing/2014/main" id="{721BDBDE-977A-BA2F-AF89-5451F1A84842}"/>
              </a:ext>
            </a:extLst>
          </p:cNvPr>
          <p:cNvGrpSpPr/>
          <p:nvPr/>
        </p:nvGrpSpPr>
        <p:grpSpPr>
          <a:xfrm>
            <a:off x="3559194" y="3604529"/>
            <a:ext cx="506425" cy="124537"/>
            <a:chOff x="3694894" y="2812437"/>
            <a:chExt cx="619725" cy="147026"/>
          </a:xfrm>
        </p:grpSpPr>
        <p:pic>
          <p:nvPicPr>
            <p:cNvPr id="111" name="图片 7">
              <a:extLst>
                <a:ext uri="{FF2B5EF4-FFF2-40B4-BE49-F238E27FC236}">
                  <a16:creationId xmlns:a16="http://schemas.microsoft.com/office/drawing/2014/main" id="{605639EC-79CE-63F7-C4C5-087EB7035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3694894" y="2812437"/>
              <a:ext cx="147026" cy="147026"/>
            </a:xfrm>
            <a:prstGeom prst="rect">
              <a:avLst/>
            </a:prstGeom>
          </p:spPr>
        </p:pic>
        <p:pic>
          <p:nvPicPr>
            <p:cNvPr id="112" name="图片 8">
              <a:extLst>
                <a:ext uri="{FF2B5EF4-FFF2-40B4-BE49-F238E27FC236}">
                  <a16:creationId xmlns:a16="http://schemas.microsoft.com/office/drawing/2014/main" id="{29FBC8CE-599A-BA9A-60EA-216E5BB73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3931244" y="2812437"/>
              <a:ext cx="147026" cy="147026"/>
            </a:xfrm>
            <a:prstGeom prst="rect">
              <a:avLst/>
            </a:prstGeom>
          </p:spPr>
        </p:pic>
        <p:pic>
          <p:nvPicPr>
            <p:cNvPr id="113" name="图片 11">
              <a:extLst>
                <a:ext uri="{FF2B5EF4-FFF2-40B4-BE49-F238E27FC236}">
                  <a16:creationId xmlns:a16="http://schemas.microsoft.com/office/drawing/2014/main" id="{086FA735-FFAE-4C26-C1D9-185686A84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700000">
              <a:off x="4167593" y="2812437"/>
              <a:ext cx="147026" cy="147026"/>
            </a:xfrm>
            <a:prstGeom prst="rect">
              <a:avLst/>
            </a:prstGeom>
          </p:spPr>
        </p:pic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701D6D7-7FE0-06A9-1317-B02E61EC8BC6}"/>
              </a:ext>
            </a:extLst>
          </p:cNvPr>
          <p:cNvSpPr/>
          <p:nvPr/>
        </p:nvSpPr>
        <p:spPr>
          <a:xfrm>
            <a:off x="-91019" y="-104135"/>
            <a:ext cx="12332182" cy="1132629"/>
          </a:xfrm>
          <a:prstGeom prst="rect">
            <a:avLst/>
          </a:prstGeom>
          <a:solidFill>
            <a:srgbClr val="00556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75EC89-80FE-60D3-29D5-5EEB3F0B412B}"/>
              </a:ext>
            </a:extLst>
          </p:cNvPr>
          <p:cNvSpPr txBox="1"/>
          <p:nvPr/>
        </p:nvSpPr>
        <p:spPr>
          <a:xfrm>
            <a:off x="2916915" y="255292"/>
            <a:ext cx="6133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noProof="0" dirty="0">
                <a:solidFill>
                  <a:schemeClr val="bg1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Innovación </a:t>
            </a:r>
            <a:r>
              <a:rPr lang="es-PE" sz="2400" b="1" noProof="0" dirty="0">
                <a:solidFill>
                  <a:srgbClr val="FFFF00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+</a:t>
            </a:r>
            <a:r>
              <a:rPr lang="es-PE" sz="2400" b="1" noProof="0" dirty="0">
                <a:solidFill>
                  <a:schemeClr val="bg1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 Calidad </a:t>
            </a:r>
            <a:r>
              <a:rPr lang="es-PE" sz="2400" b="1" noProof="0" dirty="0">
                <a:solidFill>
                  <a:srgbClr val="FFFF00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+</a:t>
            </a:r>
            <a:r>
              <a:rPr lang="es-PE" sz="2400" b="1" noProof="0" dirty="0">
                <a:solidFill>
                  <a:schemeClr val="bg1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 Soporte </a:t>
            </a:r>
            <a:r>
              <a:rPr lang="es-PE" sz="2400" b="1" noProof="0" dirty="0">
                <a:solidFill>
                  <a:srgbClr val="FFFF00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+</a:t>
            </a:r>
            <a:r>
              <a:rPr lang="es-PE" sz="2400" b="1" noProof="0" dirty="0">
                <a:solidFill>
                  <a:schemeClr val="bg1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 Precio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111DB27-7041-3DA5-7301-C243B6784542}"/>
              </a:ext>
            </a:extLst>
          </p:cNvPr>
          <p:cNvGrpSpPr/>
          <p:nvPr/>
        </p:nvGrpSpPr>
        <p:grpSpPr>
          <a:xfrm>
            <a:off x="9023089" y="1459348"/>
            <a:ext cx="3308515" cy="5023478"/>
            <a:chOff x="894342" y="1427628"/>
            <a:chExt cx="3308515" cy="5023478"/>
          </a:xfrm>
        </p:grpSpPr>
        <p:sp>
          <p:nvSpPr>
            <p:cNvPr id="5" name="Rectángulo 4"/>
            <p:cNvSpPr/>
            <p:nvPr/>
          </p:nvSpPr>
          <p:spPr>
            <a:xfrm>
              <a:off x="898298" y="1427628"/>
              <a:ext cx="243688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PE" sz="2000" b="1" noProof="0" dirty="0">
                  <a:solidFill>
                    <a:srgbClr val="FFFF00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Precio</a:t>
              </a:r>
              <a:r>
                <a:rPr lang="es-PE" sz="2000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 competitivo</a:t>
              </a:r>
            </a:p>
          </p:txBody>
        </p:sp>
        <p:sp>
          <p:nvSpPr>
            <p:cNvPr id="26" name="Rectángulo 25"/>
            <p:cNvSpPr/>
            <p:nvPr/>
          </p:nvSpPr>
          <p:spPr>
            <a:xfrm>
              <a:off x="894342" y="4152576"/>
              <a:ext cx="330851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 sz="2000"/>
              </a:pPr>
              <a:r>
                <a:rPr lang="es-PE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Mayor </a:t>
              </a:r>
              <a:r>
                <a:rPr lang="es-PE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R</a:t>
              </a:r>
              <a:r>
                <a:rPr lang="es-PE" b="1" noProof="0" dirty="0" err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entabilidad</a:t>
              </a:r>
              <a:endParaRPr lang="es-PE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endParaRPr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809853F2-D9CA-E002-C9BF-93C9BE423824}"/>
                </a:ext>
              </a:extLst>
            </p:cNvPr>
            <p:cNvSpPr/>
            <p:nvPr/>
          </p:nvSpPr>
          <p:spPr>
            <a:xfrm>
              <a:off x="1163462" y="2021283"/>
              <a:ext cx="1673942" cy="1673942"/>
            </a:xfrm>
            <a:prstGeom prst="ellipse">
              <a:avLst/>
            </a:prstGeom>
            <a:solidFill>
              <a:srgbClr val="165664">
                <a:alpha val="6677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pic>
          <p:nvPicPr>
            <p:cNvPr id="10" name="Gráfico 9" descr="Coins contorno">
              <a:extLst>
                <a:ext uri="{FF2B5EF4-FFF2-40B4-BE49-F238E27FC236}">
                  <a16:creationId xmlns:a16="http://schemas.microsoft.com/office/drawing/2014/main" id="{76F3186D-FBC2-6B70-2EF6-19D64E71BD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9159" y="2172893"/>
              <a:ext cx="1379901" cy="1379901"/>
            </a:xfrm>
            <a:prstGeom prst="rect">
              <a:avLst/>
            </a:prstGeom>
          </p:spPr>
        </p:pic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785C4931-7630-2C6D-1F33-8ADD1EAA02DF}"/>
                </a:ext>
              </a:extLst>
            </p:cNvPr>
            <p:cNvSpPr/>
            <p:nvPr/>
          </p:nvSpPr>
          <p:spPr>
            <a:xfrm>
              <a:off x="1163462" y="4777164"/>
              <a:ext cx="1673942" cy="1673942"/>
            </a:xfrm>
            <a:prstGeom prst="ellipse">
              <a:avLst/>
            </a:prstGeom>
            <a:solidFill>
              <a:srgbClr val="165664">
                <a:alpha val="6677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pic>
          <p:nvPicPr>
            <p:cNvPr id="17" name="Gráfico 16" descr="Return con relleno sólido">
              <a:extLst>
                <a:ext uri="{FF2B5EF4-FFF2-40B4-BE49-F238E27FC236}">
                  <a16:creationId xmlns:a16="http://schemas.microsoft.com/office/drawing/2014/main" id="{0E8961C8-83BB-0155-63EF-A53207180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67618" y="5172278"/>
              <a:ext cx="914400" cy="914400"/>
            </a:xfrm>
            <a:prstGeom prst="rect">
              <a:avLst/>
            </a:prstGeom>
          </p:spPr>
        </p:pic>
        <p:pic>
          <p:nvPicPr>
            <p:cNvPr id="19" name="Gráfico 18" descr="Money con relleno sólido">
              <a:extLst>
                <a:ext uri="{FF2B5EF4-FFF2-40B4-BE49-F238E27FC236}">
                  <a16:creationId xmlns:a16="http://schemas.microsoft.com/office/drawing/2014/main" id="{2EBBDA86-4152-53E7-3551-5AEFF85E5C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3420" y="4908907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DE5CFB4C-7DF8-1FE3-AA3D-68D372922EFC}"/>
              </a:ext>
            </a:extLst>
          </p:cNvPr>
          <p:cNvGrpSpPr/>
          <p:nvPr/>
        </p:nvGrpSpPr>
        <p:grpSpPr>
          <a:xfrm>
            <a:off x="4401484" y="1428570"/>
            <a:ext cx="3172663" cy="5054256"/>
            <a:chOff x="4560974" y="1428570"/>
            <a:chExt cx="3172663" cy="5054256"/>
          </a:xfrm>
        </p:grpSpPr>
        <p:sp>
          <p:nvSpPr>
            <p:cNvPr id="28" name="Rectángulo 27"/>
            <p:cNvSpPr/>
            <p:nvPr/>
          </p:nvSpPr>
          <p:spPr>
            <a:xfrm>
              <a:off x="4676879" y="4154921"/>
              <a:ext cx="29322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 sz="2000"/>
              </a:pPr>
              <a:r>
                <a:rPr lang="es-PE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Fácil </a:t>
              </a:r>
              <a:r>
                <a:rPr lang="es-PE" b="1" noProof="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Integración</a:t>
              </a:r>
              <a:r>
                <a:rPr lang="es-PE" b="1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 y Uso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ED7FAD1E-7DB3-FD5C-6FB4-CA4BDCC7CC61}"/>
                </a:ext>
              </a:extLst>
            </p:cNvPr>
            <p:cNvSpPr/>
            <p:nvPr/>
          </p:nvSpPr>
          <p:spPr>
            <a:xfrm>
              <a:off x="4560974" y="1428570"/>
              <a:ext cx="317266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 sz="2000"/>
              </a:pPr>
              <a:r>
                <a:rPr lang="es-PE" b="1" noProof="0" dirty="0">
                  <a:solidFill>
                    <a:srgbClr val="FFFF00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Soporte </a:t>
              </a:r>
              <a:r>
                <a:rPr lang="es-PE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Pre &amp; Post venta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A05AF5D-2E68-349B-D3E1-C97AF458BDE3}"/>
                </a:ext>
              </a:extLst>
            </p:cNvPr>
            <p:cNvSpPr/>
            <p:nvPr/>
          </p:nvSpPr>
          <p:spPr>
            <a:xfrm>
              <a:off x="5328829" y="4808884"/>
              <a:ext cx="1673942" cy="1673942"/>
            </a:xfrm>
            <a:prstGeom prst="ellipse">
              <a:avLst/>
            </a:prstGeom>
            <a:solidFill>
              <a:srgbClr val="165664">
                <a:alpha val="6677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pic>
          <p:nvPicPr>
            <p:cNvPr id="15" name="Gráfico 14" descr="Influencer contorno">
              <a:extLst>
                <a:ext uri="{FF2B5EF4-FFF2-40B4-BE49-F238E27FC236}">
                  <a16:creationId xmlns:a16="http://schemas.microsoft.com/office/drawing/2014/main" id="{14463459-AA95-2817-AFBC-21E2FCECD5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461421" y="4891641"/>
              <a:ext cx="1430273" cy="1430273"/>
            </a:xfrm>
            <a:prstGeom prst="rect">
              <a:avLst/>
            </a:prstGeom>
          </p:spPr>
        </p:pic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F373ED1D-53CC-8939-B5D3-F7313C71CE7C}"/>
                </a:ext>
              </a:extLst>
            </p:cNvPr>
            <p:cNvSpPr/>
            <p:nvPr/>
          </p:nvSpPr>
          <p:spPr>
            <a:xfrm>
              <a:off x="5328829" y="2084094"/>
              <a:ext cx="1673942" cy="1673942"/>
            </a:xfrm>
            <a:prstGeom prst="ellipse">
              <a:avLst/>
            </a:prstGeom>
            <a:solidFill>
              <a:srgbClr val="165664">
                <a:alpha val="6677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pic>
          <p:nvPicPr>
            <p:cNvPr id="21" name="Gráfico 20" descr="Call center contorno">
              <a:extLst>
                <a:ext uri="{FF2B5EF4-FFF2-40B4-BE49-F238E27FC236}">
                  <a16:creationId xmlns:a16="http://schemas.microsoft.com/office/drawing/2014/main" id="{89B520EA-893D-7F49-8C2D-FB3FAE6D6B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551130" y="2345205"/>
              <a:ext cx="1220925" cy="1220925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E50760D-E997-E44A-E783-2ACCB86620DC}"/>
              </a:ext>
            </a:extLst>
          </p:cNvPr>
          <p:cNvGrpSpPr/>
          <p:nvPr/>
        </p:nvGrpSpPr>
        <p:grpSpPr>
          <a:xfrm>
            <a:off x="437845" y="1436562"/>
            <a:ext cx="2896947" cy="5050639"/>
            <a:chOff x="437845" y="1436562"/>
            <a:chExt cx="2896947" cy="5050639"/>
          </a:xfrm>
        </p:grpSpPr>
        <p:sp>
          <p:nvSpPr>
            <p:cNvPr id="3" name="Rectángulo 2"/>
            <p:cNvSpPr/>
            <p:nvPr/>
          </p:nvSpPr>
          <p:spPr>
            <a:xfrm>
              <a:off x="437845" y="1436562"/>
              <a:ext cx="266771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 sz="2000"/>
              </a:pPr>
              <a:r>
                <a:rPr lang="es-PE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Respaldado : </a:t>
              </a:r>
              <a:r>
                <a:rPr lang="es-PE" b="1" noProof="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P-Link Aktiv Medium" pitchFamily="34" charset="0"/>
                  <a:ea typeface="TP-Link Aktiv Medium" pitchFamily="34" charset="0"/>
                  <a:cs typeface="TP-Link Aktiv Medium" pitchFamily="34" charset="0"/>
                </a:rPr>
                <a:t>TP-Link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35DE3EB-F45A-B7AC-A097-6D2172D76E27}"/>
                </a:ext>
              </a:extLst>
            </p:cNvPr>
            <p:cNvSpPr/>
            <p:nvPr/>
          </p:nvSpPr>
          <p:spPr>
            <a:xfrm>
              <a:off x="437845" y="4179477"/>
              <a:ext cx="28969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PE" sz="2000" noProof="0" dirty="0">
                  <a:solidFill>
                    <a:schemeClr val="bg1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Fabricación de </a:t>
              </a:r>
              <a:r>
                <a:rPr lang="es-PE" sz="2000" b="1" noProof="0" dirty="0">
                  <a:solidFill>
                    <a:srgbClr val="FFFF00"/>
                  </a:solidFill>
                  <a:latin typeface="TP-Link Aktiv" panose="020B0504020202020204" pitchFamily="34" charset="0"/>
                  <a:ea typeface="TP-Link Aktiv" panose="020B0504020202020204" pitchFamily="34" charset="0"/>
                  <a:cs typeface="TP-Link Aktiv" panose="020B0504020202020204" pitchFamily="34" charset="0"/>
                </a:rPr>
                <a:t>Calidad</a:t>
              </a:r>
              <a:endParaRPr lang="es-PE" sz="2000" noProof="0" dirty="0">
                <a:solidFill>
                  <a:srgbClr val="FFFF00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endParaRP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78909055-528A-E2C8-19F3-41DB8E37807A}"/>
                </a:ext>
              </a:extLst>
            </p:cNvPr>
            <p:cNvSpPr/>
            <p:nvPr/>
          </p:nvSpPr>
          <p:spPr>
            <a:xfrm>
              <a:off x="847751" y="4813259"/>
              <a:ext cx="1673942" cy="1673942"/>
            </a:xfrm>
            <a:prstGeom prst="ellipse">
              <a:avLst/>
            </a:prstGeom>
            <a:solidFill>
              <a:srgbClr val="165664">
                <a:alpha val="6677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8C7EF504-C272-5C26-30CF-5BA0FB94E15C}"/>
                </a:ext>
              </a:extLst>
            </p:cNvPr>
            <p:cNvSpPr/>
            <p:nvPr/>
          </p:nvSpPr>
          <p:spPr>
            <a:xfrm>
              <a:off x="847751" y="2102101"/>
              <a:ext cx="1673942" cy="1673942"/>
            </a:xfrm>
            <a:prstGeom prst="ellipse">
              <a:avLst/>
            </a:prstGeom>
            <a:solidFill>
              <a:srgbClr val="165664">
                <a:alpha val="6677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noProof="0" dirty="0"/>
            </a:p>
          </p:txBody>
        </p:sp>
        <p:pic>
          <p:nvPicPr>
            <p:cNvPr id="24" name="Gráfico 23" descr="Shield Tick contorno">
              <a:extLst>
                <a:ext uri="{FF2B5EF4-FFF2-40B4-BE49-F238E27FC236}">
                  <a16:creationId xmlns:a16="http://schemas.microsoft.com/office/drawing/2014/main" id="{DBEDE12A-CE2F-D64F-AFEA-A031716C71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8177" y="2322809"/>
              <a:ext cx="1226548" cy="1226548"/>
            </a:xfrm>
            <a:prstGeom prst="rect">
              <a:avLst/>
            </a:prstGeom>
          </p:spPr>
        </p:pic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B8A1D9E4-731F-85B4-53BF-52FF8C1AC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962542" y="4972828"/>
              <a:ext cx="1379901" cy="1379901"/>
            </a:xfrm>
            <a:prstGeom prst="rect">
              <a:avLst/>
            </a:prstGeom>
          </p:spPr>
        </p:pic>
      </p:grpSp>
      <p:sp>
        <p:nvSpPr>
          <p:cNvPr id="23" name="灯片编号占位符 2">
            <a:extLst>
              <a:ext uri="{FF2B5EF4-FFF2-40B4-BE49-F238E27FC236}">
                <a16:creationId xmlns:a16="http://schemas.microsoft.com/office/drawing/2014/main" id="{E5BEDF0A-8038-01BF-7C0F-ED6CF473B79A}"/>
              </a:ext>
            </a:extLst>
          </p:cNvPr>
          <p:cNvSpPr txBox="1">
            <a:spLocks/>
          </p:cNvSpPr>
          <p:nvPr/>
        </p:nvSpPr>
        <p:spPr>
          <a:xfrm>
            <a:off x="11697644" y="6386312"/>
            <a:ext cx="428599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C42EED7-458C-4750-A402-CE116D16CFEB}" type="slidenum">
              <a:rPr lang="es-PE" sz="1100" noProof="0" smtClean="0">
                <a:solidFill>
                  <a:schemeClr val="bg1">
                    <a:lumMod val="75000"/>
                  </a:schemeClr>
                </a:solidFill>
                <a:ea typeface="等线" pitchFamily="2" charset="-122"/>
              </a:rPr>
              <a:pPr>
                <a:defRPr/>
              </a:pPr>
              <a:t>3</a:t>
            </a:fld>
            <a:endParaRPr lang="es-PE" sz="1100" noProof="0" dirty="0">
              <a:solidFill>
                <a:schemeClr val="bg1">
                  <a:lumMod val="75000"/>
                </a:schemeClr>
              </a:solidFill>
              <a:ea typeface="等线" pitchFamily="2" charset="-122"/>
            </a:endParaRPr>
          </a:p>
        </p:txBody>
      </p:sp>
      <p:pic>
        <p:nvPicPr>
          <p:cNvPr id="12" name="Imagen 11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1BA8C487-D8FD-56FB-9769-9E58E2C543D4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1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A0CB-7431-531C-485E-36756657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9">
            <a:extLst>
              <a:ext uri="{FF2B5EF4-FFF2-40B4-BE49-F238E27FC236}">
                <a16:creationId xmlns:a16="http://schemas.microsoft.com/office/drawing/2014/main" id="{05DE3F68-5C38-1ACA-CCA7-B496AA8D2B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6170"/>
          <a:stretch/>
        </p:blipFill>
        <p:spPr>
          <a:xfrm>
            <a:off x="5988255" y="-118579"/>
            <a:ext cx="6253724" cy="6954131"/>
          </a:xfrm>
          <a:prstGeom prst="rect">
            <a:avLst/>
          </a:prstGeom>
        </p:spPr>
      </p:pic>
      <p:pic>
        <p:nvPicPr>
          <p:cNvPr id="32" name="图片 11">
            <a:extLst>
              <a:ext uri="{FF2B5EF4-FFF2-40B4-BE49-F238E27FC236}">
                <a16:creationId xmlns:a16="http://schemas.microsoft.com/office/drawing/2014/main" id="{28FA428C-0035-031B-5C7D-E81DA8227B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69"/>
          <a:stretch/>
        </p:blipFill>
        <p:spPr>
          <a:xfrm>
            <a:off x="-90204" y="-118579"/>
            <a:ext cx="6133163" cy="6954131"/>
          </a:xfrm>
          <a:prstGeom prst="rect">
            <a:avLst/>
          </a:prstGeom>
        </p:spPr>
      </p:pic>
      <p:sp>
        <p:nvSpPr>
          <p:cNvPr id="31" name="矩形 12">
            <a:extLst>
              <a:ext uri="{FF2B5EF4-FFF2-40B4-BE49-F238E27FC236}">
                <a16:creationId xmlns:a16="http://schemas.microsoft.com/office/drawing/2014/main" id="{7D444ABA-2F42-C1FD-F22D-DE9AC3E649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3133" y="-140348"/>
            <a:ext cx="12332183" cy="6998348"/>
          </a:xfrm>
          <a:prstGeom prst="rect">
            <a:avLst/>
          </a:prstGeom>
          <a:solidFill>
            <a:srgbClr val="36444B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60" name="object 100">
            <a:extLst>
              <a:ext uri="{FF2B5EF4-FFF2-40B4-BE49-F238E27FC236}">
                <a16:creationId xmlns:a16="http://schemas.microsoft.com/office/drawing/2014/main" id="{1C449CA6-46FB-4C0E-D1F6-583A5BEF9CAE}"/>
              </a:ext>
            </a:extLst>
          </p:cNvPr>
          <p:cNvSpPr txBox="1"/>
          <p:nvPr/>
        </p:nvSpPr>
        <p:spPr>
          <a:xfrm>
            <a:off x="346806" y="424263"/>
            <a:ext cx="897497" cy="139700"/>
          </a:xfrm>
          <a:prstGeom prst="rect">
            <a:avLst/>
          </a:prstGeom>
        </p:spPr>
        <p:txBody>
          <a:bodyPr wrap="square" lIns="0" tIns="6667" rIns="0" bIns="0" rtlCol="0">
            <a:noAutofit/>
          </a:bodyPr>
          <a:lstStyle/>
          <a:p>
            <a:pPr marL="12700">
              <a:lnSpc>
                <a:spcPts val="1050"/>
              </a:lnSpc>
            </a:pPr>
            <a:r>
              <a:rPr lang="es-PE" sz="1100" b="1" spc="-14" noProof="0" dirty="0">
                <a:solidFill>
                  <a:srgbClr val="363435"/>
                </a:solidFill>
                <a:latin typeface="TP-Link Aktiv"/>
                <a:cs typeface="TP-Link Aktiv"/>
              </a:rPr>
              <a:t>COMPARATIVO:</a:t>
            </a:r>
            <a:endParaRPr lang="es-PE" sz="1100" noProof="0" dirty="0">
              <a:latin typeface="TP-Link Aktiv"/>
              <a:cs typeface="TP-Link Aktiv"/>
            </a:endParaRPr>
          </a:p>
        </p:txBody>
      </p:sp>
      <p:sp>
        <p:nvSpPr>
          <p:cNvPr id="764" name="object 87">
            <a:extLst>
              <a:ext uri="{FF2B5EF4-FFF2-40B4-BE49-F238E27FC236}">
                <a16:creationId xmlns:a16="http://schemas.microsoft.com/office/drawing/2014/main" id="{1C900110-B7B2-688E-811F-1065E29D4FEA}"/>
              </a:ext>
            </a:extLst>
          </p:cNvPr>
          <p:cNvSpPr txBox="1"/>
          <p:nvPr/>
        </p:nvSpPr>
        <p:spPr>
          <a:xfrm>
            <a:off x="390194" y="362508"/>
            <a:ext cx="910838" cy="3036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lang="es-PE" sz="1100" noProof="0" dirty="0"/>
          </a:p>
        </p:txBody>
      </p:sp>
      <p:sp>
        <p:nvSpPr>
          <p:cNvPr id="768" name="object 83">
            <a:extLst>
              <a:ext uri="{FF2B5EF4-FFF2-40B4-BE49-F238E27FC236}">
                <a16:creationId xmlns:a16="http://schemas.microsoft.com/office/drawing/2014/main" id="{8D01DF5D-BFC1-1B4A-B806-74CCD26243FB}"/>
              </a:ext>
            </a:extLst>
          </p:cNvPr>
          <p:cNvSpPr txBox="1"/>
          <p:nvPr/>
        </p:nvSpPr>
        <p:spPr>
          <a:xfrm>
            <a:off x="390194" y="666197"/>
            <a:ext cx="910838" cy="304895"/>
          </a:xfrm>
          <a:prstGeom prst="rect">
            <a:avLst/>
          </a:prstGeom>
        </p:spPr>
        <p:txBody>
          <a:bodyPr wrap="square" lIns="0" tIns="5695" rIns="0" bIns="0" rtlCol="0">
            <a:noAutofit/>
          </a:bodyPr>
          <a:lstStyle/>
          <a:p>
            <a:pPr>
              <a:lnSpc>
                <a:spcPts val="700"/>
              </a:lnSpc>
            </a:pPr>
            <a:endParaRPr lang="es-PE" sz="1100" noProof="0" dirty="0"/>
          </a:p>
          <a:p>
            <a:pPr marL="106202">
              <a:lnSpc>
                <a:spcPct val="106666"/>
              </a:lnSpc>
            </a:pPr>
            <a:r>
              <a:rPr lang="es-PE" sz="1100" spc="-3" noProof="0" dirty="0">
                <a:solidFill>
                  <a:srgbClr val="363435"/>
                </a:solidFill>
                <a:latin typeface="TP-Link Aktiv"/>
                <a:cs typeface="TP-Link Aktiv"/>
              </a:rPr>
              <a:t>Resolución</a:t>
            </a:r>
            <a:endParaRPr lang="es-PE" sz="1100" noProof="0" dirty="0">
              <a:latin typeface="TP-Link Aktiv"/>
              <a:cs typeface="TP-Link Aktiv"/>
            </a:endParaRPr>
          </a:p>
        </p:txBody>
      </p:sp>
      <p:sp>
        <p:nvSpPr>
          <p:cNvPr id="772" name="object 79">
            <a:extLst>
              <a:ext uri="{FF2B5EF4-FFF2-40B4-BE49-F238E27FC236}">
                <a16:creationId xmlns:a16="http://schemas.microsoft.com/office/drawing/2014/main" id="{61DEB508-A046-2BB0-F4AA-1A8F20132A3D}"/>
              </a:ext>
            </a:extLst>
          </p:cNvPr>
          <p:cNvSpPr txBox="1"/>
          <p:nvPr/>
        </p:nvSpPr>
        <p:spPr>
          <a:xfrm>
            <a:off x="390194" y="971092"/>
            <a:ext cx="910838" cy="80854"/>
          </a:xfrm>
          <a:prstGeom prst="rect">
            <a:avLst/>
          </a:prstGeom>
        </p:spPr>
        <p:txBody>
          <a:bodyPr wrap="square" lIns="0" tIns="465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73" name="object 78">
            <a:extLst>
              <a:ext uri="{FF2B5EF4-FFF2-40B4-BE49-F238E27FC236}">
                <a16:creationId xmlns:a16="http://schemas.microsoft.com/office/drawing/2014/main" id="{C8E353F3-4140-5489-0536-9EDDDBB02C4D}"/>
              </a:ext>
            </a:extLst>
          </p:cNvPr>
          <p:cNvSpPr txBox="1"/>
          <p:nvPr/>
        </p:nvSpPr>
        <p:spPr>
          <a:xfrm>
            <a:off x="1301033" y="971092"/>
            <a:ext cx="1544881" cy="80854"/>
          </a:xfrm>
          <a:prstGeom prst="rect">
            <a:avLst/>
          </a:prstGeom>
        </p:spPr>
        <p:txBody>
          <a:bodyPr wrap="square" lIns="0" tIns="465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74" name="object 77">
            <a:extLst>
              <a:ext uri="{FF2B5EF4-FFF2-40B4-BE49-F238E27FC236}">
                <a16:creationId xmlns:a16="http://schemas.microsoft.com/office/drawing/2014/main" id="{E01FD81B-292A-FFF6-1B6B-53DE7E04C433}"/>
              </a:ext>
            </a:extLst>
          </p:cNvPr>
          <p:cNvSpPr txBox="1"/>
          <p:nvPr/>
        </p:nvSpPr>
        <p:spPr>
          <a:xfrm>
            <a:off x="2845915" y="971092"/>
            <a:ext cx="1096624" cy="80854"/>
          </a:xfrm>
          <a:prstGeom prst="rect">
            <a:avLst/>
          </a:prstGeom>
        </p:spPr>
        <p:txBody>
          <a:bodyPr wrap="square" lIns="0" tIns="465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75" name="object 76">
            <a:extLst>
              <a:ext uri="{FF2B5EF4-FFF2-40B4-BE49-F238E27FC236}">
                <a16:creationId xmlns:a16="http://schemas.microsoft.com/office/drawing/2014/main" id="{609C6358-5FE4-C8EC-8ED4-8B76E84B3C84}"/>
              </a:ext>
            </a:extLst>
          </p:cNvPr>
          <p:cNvSpPr txBox="1"/>
          <p:nvPr/>
        </p:nvSpPr>
        <p:spPr>
          <a:xfrm>
            <a:off x="3942539" y="971092"/>
            <a:ext cx="1060320" cy="80854"/>
          </a:xfrm>
          <a:prstGeom prst="rect">
            <a:avLst/>
          </a:prstGeom>
        </p:spPr>
        <p:txBody>
          <a:bodyPr wrap="square" lIns="0" tIns="465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80" name="object 71">
            <a:extLst>
              <a:ext uri="{FF2B5EF4-FFF2-40B4-BE49-F238E27FC236}">
                <a16:creationId xmlns:a16="http://schemas.microsoft.com/office/drawing/2014/main" id="{2AE050F1-52A5-E6E4-2BC3-7619414BBC0B}"/>
              </a:ext>
            </a:extLst>
          </p:cNvPr>
          <p:cNvSpPr txBox="1"/>
          <p:nvPr/>
        </p:nvSpPr>
        <p:spPr>
          <a:xfrm>
            <a:off x="1301033" y="1338649"/>
            <a:ext cx="1544881" cy="73513"/>
          </a:xfrm>
          <a:prstGeom prst="rect">
            <a:avLst/>
          </a:prstGeom>
        </p:spPr>
        <p:txBody>
          <a:bodyPr wrap="square" lIns="0" tIns="366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781" name="object 70">
            <a:extLst>
              <a:ext uri="{FF2B5EF4-FFF2-40B4-BE49-F238E27FC236}">
                <a16:creationId xmlns:a16="http://schemas.microsoft.com/office/drawing/2014/main" id="{62A4E747-49B0-0CF1-BB45-60B4DAD9777A}"/>
              </a:ext>
            </a:extLst>
          </p:cNvPr>
          <p:cNvSpPr txBox="1"/>
          <p:nvPr/>
        </p:nvSpPr>
        <p:spPr>
          <a:xfrm>
            <a:off x="2845915" y="1338649"/>
            <a:ext cx="1096624" cy="73513"/>
          </a:xfrm>
          <a:prstGeom prst="rect">
            <a:avLst/>
          </a:prstGeom>
        </p:spPr>
        <p:txBody>
          <a:bodyPr wrap="square" lIns="0" tIns="366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782" name="object 69">
            <a:extLst>
              <a:ext uri="{FF2B5EF4-FFF2-40B4-BE49-F238E27FC236}">
                <a16:creationId xmlns:a16="http://schemas.microsoft.com/office/drawing/2014/main" id="{EACEAE20-3F13-9A78-0445-7CCFB45BF1AD}"/>
              </a:ext>
            </a:extLst>
          </p:cNvPr>
          <p:cNvSpPr txBox="1"/>
          <p:nvPr/>
        </p:nvSpPr>
        <p:spPr>
          <a:xfrm>
            <a:off x="3942539" y="1338649"/>
            <a:ext cx="1060320" cy="73513"/>
          </a:xfrm>
          <a:prstGeom prst="rect">
            <a:avLst/>
          </a:prstGeom>
        </p:spPr>
        <p:txBody>
          <a:bodyPr wrap="square" lIns="0" tIns="366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785" name="object 66">
            <a:extLst>
              <a:ext uri="{FF2B5EF4-FFF2-40B4-BE49-F238E27FC236}">
                <a16:creationId xmlns:a16="http://schemas.microsoft.com/office/drawing/2014/main" id="{80215AC9-0ACD-303B-151F-F590CCF082D6}"/>
              </a:ext>
            </a:extLst>
          </p:cNvPr>
          <p:cNvSpPr txBox="1"/>
          <p:nvPr/>
        </p:nvSpPr>
        <p:spPr>
          <a:xfrm>
            <a:off x="7026802" y="1941448"/>
            <a:ext cx="1060320" cy="286702"/>
          </a:xfrm>
          <a:prstGeom prst="rect">
            <a:avLst/>
          </a:prstGeom>
        </p:spPr>
        <p:txBody>
          <a:bodyPr wrap="square" lIns="0" tIns="363" rIns="0" bIns="0" rtlCol="0">
            <a:noAutofit/>
          </a:bodyPr>
          <a:lstStyle/>
          <a:p>
            <a:pPr>
              <a:lnSpc>
                <a:spcPts val="500"/>
              </a:lnSpc>
            </a:pPr>
            <a:endParaRPr lang="es-PE" sz="1100" noProof="0" dirty="0"/>
          </a:p>
          <a:p>
            <a:pPr marL="142161" algn="ctr">
              <a:lnSpc>
                <a:spcPct val="106666"/>
              </a:lnSpc>
            </a:pPr>
            <a:r>
              <a:rPr lang="es-PE" sz="1100" spc="1" noProof="0" dirty="0">
                <a:solidFill>
                  <a:srgbClr val="363435"/>
                </a:solidFill>
                <a:latin typeface="TP-Link Aktiv"/>
                <a:cs typeface="TP-Link Aktiv"/>
              </a:rPr>
              <a:t>Smart Dual Light</a:t>
            </a:r>
            <a:endParaRPr lang="es-PE" sz="1100" noProof="0" dirty="0">
              <a:latin typeface="TP-Link Aktiv"/>
              <a:cs typeface="TP-Link Aktiv"/>
            </a:endParaRPr>
          </a:p>
        </p:txBody>
      </p:sp>
      <p:sp>
        <p:nvSpPr>
          <p:cNvPr id="786" name="object 65">
            <a:extLst>
              <a:ext uri="{FF2B5EF4-FFF2-40B4-BE49-F238E27FC236}">
                <a16:creationId xmlns:a16="http://schemas.microsoft.com/office/drawing/2014/main" id="{7DA2D541-CCD8-878B-6C72-0DE072607C07}"/>
              </a:ext>
            </a:extLst>
          </p:cNvPr>
          <p:cNvSpPr txBox="1"/>
          <p:nvPr/>
        </p:nvSpPr>
        <p:spPr>
          <a:xfrm>
            <a:off x="390194" y="1698866"/>
            <a:ext cx="910838" cy="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s-PE" sz="1100" noProof="0" dirty="0"/>
          </a:p>
        </p:txBody>
      </p:sp>
      <p:sp>
        <p:nvSpPr>
          <p:cNvPr id="787" name="object 64">
            <a:extLst>
              <a:ext uri="{FF2B5EF4-FFF2-40B4-BE49-F238E27FC236}">
                <a16:creationId xmlns:a16="http://schemas.microsoft.com/office/drawing/2014/main" id="{A70BD94B-D4D5-0499-0616-7C1F60CD9519}"/>
              </a:ext>
            </a:extLst>
          </p:cNvPr>
          <p:cNvSpPr txBox="1"/>
          <p:nvPr/>
        </p:nvSpPr>
        <p:spPr>
          <a:xfrm>
            <a:off x="1301033" y="1698866"/>
            <a:ext cx="1544881" cy="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s-PE" sz="1100" noProof="0" dirty="0"/>
          </a:p>
        </p:txBody>
      </p:sp>
      <p:sp>
        <p:nvSpPr>
          <p:cNvPr id="788" name="object 63">
            <a:extLst>
              <a:ext uri="{FF2B5EF4-FFF2-40B4-BE49-F238E27FC236}">
                <a16:creationId xmlns:a16="http://schemas.microsoft.com/office/drawing/2014/main" id="{9CE34E4B-A58D-035F-1DF8-564EAE3D38D5}"/>
              </a:ext>
            </a:extLst>
          </p:cNvPr>
          <p:cNvSpPr txBox="1"/>
          <p:nvPr/>
        </p:nvSpPr>
        <p:spPr>
          <a:xfrm>
            <a:off x="2845915" y="1698866"/>
            <a:ext cx="1096624" cy="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s-PE" sz="1100" noProof="0" dirty="0"/>
          </a:p>
        </p:txBody>
      </p:sp>
      <p:sp>
        <p:nvSpPr>
          <p:cNvPr id="789" name="object 62">
            <a:extLst>
              <a:ext uri="{FF2B5EF4-FFF2-40B4-BE49-F238E27FC236}">
                <a16:creationId xmlns:a16="http://schemas.microsoft.com/office/drawing/2014/main" id="{F6496790-40CD-C61F-0FA5-957CA901A2D1}"/>
              </a:ext>
            </a:extLst>
          </p:cNvPr>
          <p:cNvSpPr txBox="1"/>
          <p:nvPr/>
        </p:nvSpPr>
        <p:spPr>
          <a:xfrm>
            <a:off x="3942539" y="1698866"/>
            <a:ext cx="1060320" cy="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endParaRPr lang="es-PE" sz="1100" noProof="0" dirty="0"/>
          </a:p>
        </p:txBody>
      </p:sp>
      <p:sp>
        <p:nvSpPr>
          <p:cNvPr id="794" name="object 57">
            <a:extLst>
              <a:ext uri="{FF2B5EF4-FFF2-40B4-BE49-F238E27FC236}">
                <a16:creationId xmlns:a16="http://schemas.microsoft.com/office/drawing/2014/main" id="{E3C9B94A-AFAD-6E36-49E5-13767930DA41}"/>
              </a:ext>
            </a:extLst>
          </p:cNvPr>
          <p:cNvSpPr txBox="1"/>
          <p:nvPr/>
        </p:nvSpPr>
        <p:spPr>
          <a:xfrm>
            <a:off x="390194" y="2044369"/>
            <a:ext cx="910838" cy="80860"/>
          </a:xfrm>
          <a:prstGeom prst="rect">
            <a:avLst/>
          </a:prstGeom>
        </p:spPr>
        <p:txBody>
          <a:bodyPr wrap="square" lIns="0" tIns="4660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95" name="object 56">
            <a:extLst>
              <a:ext uri="{FF2B5EF4-FFF2-40B4-BE49-F238E27FC236}">
                <a16:creationId xmlns:a16="http://schemas.microsoft.com/office/drawing/2014/main" id="{43BD0A45-85B4-5EC8-0703-8DBF8D8D9756}"/>
              </a:ext>
            </a:extLst>
          </p:cNvPr>
          <p:cNvSpPr txBox="1"/>
          <p:nvPr/>
        </p:nvSpPr>
        <p:spPr>
          <a:xfrm>
            <a:off x="1301033" y="2044369"/>
            <a:ext cx="1544881" cy="80860"/>
          </a:xfrm>
          <a:prstGeom prst="rect">
            <a:avLst/>
          </a:prstGeom>
        </p:spPr>
        <p:txBody>
          <a:bodyPr wrap="square" lIns="0" tIns="4660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96" name="object 55">
            <a:extLst>
              <a:ext uri="{FF2B5EF4-FFF2-40B4-BE49-F238E27FC236}">
                <a16:creationId xmlns:a16="http://schemas.microsoft.com/office/drawing/2014/main" id="{9FB53543-4C9A-DD94-4E18-C7AE506543CC}"/>
              </a:ext>
            </a:extLst>
          </p:cNvPr>
          <p:cNvSpPr txBox="1"/>
          <p:nvPr/>
        </p:nvSpPr>
        <p:spPr>
          <a:xfrm>
            <a:off x="2845915" y="2044369"/>
            <a:ext cx="1096624" cy="80860"/>
          </a:xfrm>
          <a:prstGeom prst="rect">
            <a:avLst/>
          </a:prstGeom>
        </p:spPr>
        <p:txBody>
          <a:bodyPr wrap="square" lIns="0" tIns="4660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797" name="object 54">
            <a:extLst>
              <a:ext uri="{FF2B5EF4-FFF2-40B4-BE49-F238E27FC236}">
                <a16:creationId xmlns:a16="http://schemas.microsoft.com/office/drawing/2014/main" id="{06118FB5-9B88-3DD4-8F1C-31F7D9E7A4AC}"/>
              </a:ext>
            </a:extLst>
          </p:cNvPr>
          <p:cNvSpPr txBox="1"/>
          <p:nvPr/>
        </p:nvSpPr>
        <p:spPr>
          <a:xfrm>
            <a:off x="3942539" y="2044369"/>
            <a:ext cx="1060320" cy="80860"/>
          </a:xfrm>
          <a:prstGeom prst="rect">
            <a:avLst/>
          </a:prstGeom>
        </p:spPr>
        <p:txBody>
          <a:bodyPr wrap="square" lIns="0" tIns="4660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802" name="object 49">
            <a:extLst>
              <a:ext uri="{FF2B5EF4-FFF2-40B4-BE49-F238E27FC236}">
                <a16:creationId xmlns:a16="http://schemas.microsoft.com/office/drawing/2014/main" id="{D9A2AFD9-E164-FCF9-D8D5-0D573D5BB451}"/>
              </a:ext>
            </a:extLst>
          </p:cNvPr>
          <p:cNvSpPr txBox="1"/>
          <p:nvPr/>
        </p:nvSpPr>
        <p:spPr>
          <a:xfrm>
            <a:off x="390194" y="2411933"/>
            <a:ext cx="910838" cy="73507"/>
          </a:xfrm>
          <a:prstGeom prst="rect">
            <a:avLst/>
          </a:prstGeom>
        </p:spPr>
        <p:txBody>
          <a:bodyPr wrap="square" lIns="0" tIns="365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03" name="object 48">
            <a:extLst>
              <a:ext uri="{FF2B5EF4-FFF2-40B4-BE49-F238E27FC236}">
                <a16:creationId xmlns:a16="http://schemas.microsoft.com/office/drawing/2014/main" id="{8CB6F241-9F58-3ABD-1835-54F4D4B6107D}"/>
              </a:ext>
            </a:extLst>
          </p:cNvPr>
          <p:cNvSpPr txBox="1"/>
          <p:nvPr/>
        </p:nvSpPr>
        <p:spPr>
          <a:xfrm>
            <a:off x="1301033" y="2411933"/>
            <a:ext cx="1544881" cy="73507"/>
          </a:xfrm>
          <a:prstGeom prst="rect">
            <a:avLst/>
          </a:prstGeom>
        </p:spPr>
        <p:txBody>
          <a:bodyPr wrap="square" lIns="0" tIns="365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04" name="object 47">
            <a:extLst>
              <a:ext uri="{FF2B5EF4-FFF2-40B4-BE49-F238E27FC236}">
                <a16:creationId xmlns:a16="http://schemas.microsoft.com/office/drawing/2014/main" id="{7930B844-91CF-5B85-D2A7-E96506091FE6}"/>
              </a:ext>
            </a:extLst>
          </p:cNvPr>
          <p:cNvSpPr txBox="1"/>
          <p:nvPr/>
        </p:nvSpPr>
        <p:spPr>
          <a:xfrm>
            <a:off x="2845915" y="2411933"/>
            <a:ext cx="1096624" cy="73507"/>
          </a:xfrm>
          <a:prstGeom prst="rect">
            <a:avLst/>
          </a:prstGeom>
        </p:spPr>
        <p:txBody>
          <a:bodyPr wrap="square" lIns="0" tIns="365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05" name="object 46">
            <a:extLst>
              <a:ext uri="{FF2B5EF4-FFF2-40B4-BE49-F238E27FC236}">
                <a16:creationId xmlns:a16="http://schemas.microsoft.com/office/drawing/2014/main" id="{1BFDD641-0D11-55BA-A744-4BBDFD8AD0C4}"/>
              </a:ext>
            </a:extLst>
          </p:cNvPr>
          <p:cNvSpPr txBox="1"/>
          <p:nvPr/>
        </p:nvSpPr>
        <p:spPr>
          <a:xfrm>
            <a:off x="3942539" y="2411933"/>
            <a:ext cx="1060320" cy="73507"/>
          </a:xfrm>
          <a:prstGeom prst="rect">
            <a:avLst/>
          </a:prstGeom>
        </p:spPr>
        <p:txBody>
          <a:bodyPr wrap="square" lIns="0" tIns="3657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10" name="object 41">
            <a:extLst>
              <a:ext uri="{FF2B5EF4-FFF2-40B4-BE49-F238E27FC236}">
                <a16:creationId xmlns:a16="http://schemas.microsoft.com/office/drawing/2014/main" id="{15D0D68D-ED1F-52B4-FBCC-58870C587577}"/>
              </a:ext>
            </a:extLst>
          </p:cNvPr>
          <p:cNvSpPr txBox="1"/>
          <p:nvPr/>
        </p:nvSpPr>
        <p:spPr>
          <a:xfrm>
            <a:off x="390194" y="2772143"/>
            <a:ext cx="910838" cy="80124"/>
          </a:xfrm>
          <a:prstGeom prst="rect">
            <a:avLst/>
          </a:prstGeom>
        </p:spPr>
        <p:txBody>
          <a:bodyPr wrap="square" lIns="0" tIns="392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811" name="object 40">
            <a:extLst>
              <a:ext uri="{FF2B5EF4-FFF2-40B4-BE49-F238E27FC236}">
                <a16:creationId xmlns:a16="http://schemas.microsoft.com/office/drawing/2014/main" id="{393A4A13-4306-4C65-A852-0ACF386E0A04}"/>
              </a:ext>
            </a:extLst>
          </p:cNvPr>
          <p:cNvSpPr txBox="1"/>
          <p:nvPr/>
        </p:nvSpPr>
        <p:spPr>
          <a:xfrm>
            <a:off x="1301033" y="2772143"/>
            <a:ext cx="1544881" cy="80124"/>
          </a:xfrm>
          <a:prstGeom prst="rect">
            <a:avLst/>
          </a:prstGeom>
        </p:spPr>
        <p:txBody>
          <a:bodyPr wrap="square" lIns="0" tIns="392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812" name="object 39">
            <a:extLst>
              <a:ext uri="{FF2B5EF4-FFF2-40B4-BE49-F238E27FC236}">
                <a16:creationId xmlns:a16="http://schemas.microsoft.com/office/drawing/2014/main" id="{DFE88890-9004-C33A-8344-17F3D3E2BB4B}"/>
              </a:ext>
            </a:extLst>
          </p:cNvPr>
          <p:cNvSpPr txBox="1"/>
          <p:nvPr/>
        </p:nvSpPr>
        <p:spPr>
          <a:xfrm>
            <a:off x="2845915" y="2772143"/>
            <a:ext cx="1096624" cy="80124"/>
          </a:xfrm>
          <a:prstGeom prst="rect">
            <a:avLst/>
          </a:prstGeom>
        </p:spPr>
        <p:txBody>
          <a:bodyPr wrap="square" lIns="0" tIns="392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813" name="object 38">
            <a:extLst>
              <a:ext uri="{FF2B5EF4-FFF2-40B4-BE49-F238E27FC236}">
                <a16:creationId xmlns:a16="http://schemas.microsoft.com/office/drawing/2014/main" id="{F5E90F93-281D-1A6B-F33B-B029D467F568}"/>
              </a:ext>
            </a:extLst>
          </p:cNvPr>
          <p:cNvSpPr txBox="1"/>
          <p:nvPr/>
        </p:nvSpPr>
        <p:spPr>
          <a:xfrm>
            <a:off x="3942539" y="2772143"/>
            <a:ext cx="1060320" cy="80124"/>
          </a:xfrm>
          <a:prstGeom prst="rect">
            <a:avLst/>
          </a:prstGeom>
        </p:spPr>
        <p:txBody>
          <a:bodyPr wrap="square" lIns="0" tIns="3924" rIns="0" bIns="0" rtlCol="0">
            <a:noAutofit/>
          </a:bodyPr>
          <a:lstStyle/>
          <a:p>
            <a:pPr marL="25400">
              <a:lnSpc>
                <a:spcPts val="600"/>
              </a:lnSpc>
            </a:pPr>
            <a:endParaRPr lang="es-PE" sz="1100" noProof="0" dirty="0"/>
          </a:p>
        </p:txBody>
      </p:sp>
      <p:sp>
        <p:nvSpPr>
          <p:cNvPr id="818" name="object 33">
            <a:extLst>
              <a:ext uri="{FF2B5EF4-FFF2-40B4-BE49-F238E27FC236}">
                <a16:creationId xmlns:a16="http://schemas.microsoft.com/office/drawing/2014/main" id="{72060C4D-36FA-BD22-2C6A-835D61F3A86E}"/>
              </a:ext>
            </a:extLst>
          </p:cNvPr>
          <p:cNvSpPr txBox="1"/>
          <p:nvPr/>
        </p:nvSpPr>
        <p:spPr>
          <a:xfrm>
            <a:off x="390194" y="3138970"/>
            <a:ext cx="910838" cy="75069"/>
          </a:xfrm>
          <a:prstGeom prst="rect">
            <a:avLst/>
          </a:prstGeom>
        </p:spPr>
        <p:txBody>
          <a:bodyPr wrap="square" lIns="0" tIns="5219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19" name="object 32">
            <a:extLst>
              <a:ext uri="{FF2B5EF4-FFF2-40B4-BE49-F238E27FC236}">
                <a16:creationId xmlns:a16="http://schemas.microsoft.com/office/drawing/2014/main" id="{2337C491-ECEB-F67E-3051-D2F013D4931D}"/>
              </a:ext>
            </a:extLst>
          </p:cNvPr>
          <p:cNvSpPr txBox="1"/>
          <p:nvPr/>
        </p:nvSpPr>
        <p:spPr>
          <a:xfrm>
            <a:off x="1301033" y="3138970"/>
            <a:ext cx="1544881" cy="75069"/>
          </a:xfrm>
          <a:prstGeom prst="rect">
            <a:avLst/>
          </a:prstGeom>
        </p:spPr>
        <p:txBody>
          <a:bodyPr wrap="square" lIns="0" tIns="5219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20" name="object 31">
            <a:extLst>
              <a:ext uri="{FF2B5EF4-FFF2-40B4-BE49-F238E27FC236}">
                <a16:creationId xmlns:a16="http://schemas.microsoft.com/office/drawing/2014/main" id="{4A28D3E1-EFBF-72F3-844F-A72D5CA57CFC}"/>
              </a:ext>
            </a:extLst>
          </p:cNvPr>
          <p:cNvSpPr txBox="1"/>
          <p:nvPr/>
        </p:nvSpPr>
        <p:spPr>
          <a:xfrm>
            <a:off x="2845915" y="3138970"/>
            <a:ext cx="1096624" cy="75069"/>
          </a:xfrm>
          <a:prstGeom prst="rect">
            <a:avLst/>
          </a:prstGeom>
        </p:spPr>
        <p:txBody>
          <a:bodyPr wrap="square" lIns="0" tIns="5219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21" name="object 30">
            <a:extLst>
              <a:ext uri="{FF2B5EF4-FFF2-40B4-BE49-F238E27FC236}">
                <a16:creationId xmlns:a16="http://schemas.microsoft.com/office/drawing/2014/main" id="{329E2864-7BE2-3779-4AF6-54454761943E}"/>
              </a:ext>
            </a:extLst>
          </p:cNvPr>
          <p:cNvSpPr txBox="1"/>
          <p:nvPr/>
        </p:nvSpPr>
        <p:spPr>
          <a:xfrm>
            <a:off x="3942539" y="3138970"/>
            <a:ext cx="1060320" cy="75069"/>
          </a:xfrm>
          <a:prstGeom prst="rect">
            <a:avLst/>
          </a:prstGeom>
        </p:spPr>
        <p:txBody>
          <a:bodyPr wrap="square" lIns="0" tIns="5219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26" name="object 25">
            <a:extLst>
              <a:ext uri="{FF2B5EF4-FFF2-40B4-BE49-F238E27FC236}">
                <a16:creationId xmlns:a16="http://schemas.microsoft.com/office/drawing/2014/main" id="{50A6652A-BF37-95F6-F9FB-6FE1C2ECC397}"/>
              </a:ext>
            </a:extLst>
          </p:cNvPr>
          <p:cNvSpPr txBox="1"/>
          <p:nvPr/>
        </p:nvSpPr>
        <p:spPr>
          <a:xfrm>
            <a:off x="390194" y="3500742"/>
            <a:ext cx="910838" cy="85458"/>
          </a:xfrm>
          <a:prstGeom prst="rect">
            <a:avLst/>
          </a:prstGeom>
        </p:spPr>
        <p:txBody>
          <a:bodyPr wrap="square" lIns="0" tIns="2908" rIns="0" bIns="0" rtlCol="0">
            <a:noAutofit/>
          </a:bodyPr>
          <a:lstStyle/>
          <a:p>
            <a:pPr marL="25400">
              <a:lnSpc>
                <a:spcPts val="650"/>
              </a:lnSpc>
            </a:pPr>
            <a:endParaRPr lang="es-PE" sz="1100" noProof="0" dirty="0"/>
          </a:p>
        </p:txBody>
      </p:sp>
      <p:sp>
        <p:nvSpPr>
          <p:cNvPr id="827" name="object 24">
            <a:extLst>
              <a:ext uri="{FF2B5EF4-FFF2-40B4-BE49-F238E27FC236}">
                <a16:creationId xmlns:a16="http://schemas.microsoft.com/office/drawing/2014/main" id="{D87DEF68-C93C-BF59-84D0-D106007413A1}"/>
              </a:ext>
            </a:extLst>
          </p:cNvPr>
          <p:cNvSpPr txBox="1"/>
          <p:nvPr/>
        </p:nvSpPr>
        <p:spPr>
          <a:xfrm>
            <a:off x="1301033" y="3500742"/>
            <a:ext cx="1544881" cy="85458"/>
          </a:xfrm>
          <a:prstGeom prst="rect">
            <a:avLst/>
          </a:prstGeom>
        </p:spPr>
        <p:txBody>
          <a:bodyPr wrap="square" lIns="0" tIns="2908" rIns="0" bIns="0" rtlCol="0">
            <a:noAutofit/>
          </a:bodyPr>
          <a:lstStyle/>
          <a:p>
            <a:pPr marL="25400">
              <a:lnSpc>
                <a:spcPts val="650"/>
              </a:lnSpc>
            </a:pPr>
            <a:endParaRPr lang="es-PE" sz="1100" noProof="0" dirty="0"/>
          </a:p>
        </p:txBody>
      </p:sp>
      <p:sp>
        <p:nvSpPr>
          <p:cNvPr id="828" name="object 23">
            <a:extLst>
              <a:ext uri="{FF2B5EF4-FFF2-40B4-BE49-F238E27FC236}">
                <a16:creationId xmlns:a16="http://schemas.microsoft.com/office/drawing/2014/main" id="{21B11E54-00CC-455F-393D-2FF92E7598D1}"/>
              </a:ext>
            </a:extLst>
          </p:cNvPr>
          <p:cNvSpPr txBox="1"/>
          <p:nvPr/>
        </p:nvSpPr>
        <p:spPr>
          <a:xfrm>
            <a:off x="2845915" y="3500742"/>
            <a:ext cx="1096624" cy="85458"/>
          </a:xfrm>
          <a:prstGeom prst="rect">
            <a:avLst/>
          </a:prstGeom>
        </p:spPr>
        <p:txBody>
          <a:bodyPr wrap="square" lIns="0" tIns="2908" rIns="0" bIns="0" rtlCol="0">
            <a:noAutofit/>
          </a:bodyPr>
          <a:lstStyle/>
          <a:p>
            <a:pPr marL="25400">
              <a:lnSpc>
                <a:spcPts val="650"/>
              </a:lnSpc>
            </a:pPr>
            <a:endParaRPr lang="es-PE" sz="1100" noProof="0" dirty="0"/>
          </a:p>
        </p:txBody>
      </p:sp>
      <p:sp>
        <p:nvSpPr>
          <p:cNvPr id="829" name="object 22">
            <a:extLst>
              <a:ext uri="{FF2B5EF4-FFF2-40B4-BE49-F238E27FC236}">
                <a16:creationId xmlns:a16="http://schemas.microsoft.com/office/drawing/2014/main" id="{F7D44482-DF73-CF1C-1F2B-F3ADC1228731}"/>
              </a:ext>
            </a:extLst>
          </p:cNvPr>
          <p:cNvSpPr txBox="1"/>
          <p:nvPr/>
        </p:nvSpPr>
        <p:spPr>
          <a:xfrm>
            <a:off x="3942539" y="3500742"/>
            <a:ext cx="1060129" cy="85458"/>
          </a:xfrm>
          <a:prstGeom prst="rect">
            <a:avLst/>
          </a:prstGeom>
        </p:spPr>
        <p:txBody>
          <a:bodyPr wrap="square" lIns="0" tIns="2908" rIns="0" bIns="0" rtlCol="0">
            <a:noAutofit/>
          </a:bodyPr>
          <a:lstStyle/>
          <a:p>
            <a:pPr marL="25400">
              <a:lnSpc>
                <a:spcPts val="650"/>
              </a:lnSpc>
            </a:pPr>
            <a:endParaRPr lang="es-PE" sz="1100" noProof="0" dirty="0"/>
          </a:p>
        </p:txBody>
      </p:sp>
      <p:sp>
        <p:nvSpPr>
          <p:cNvPr id="834" name="object 17">
            <a:extLst>
              <a:ext uri="{FF2B5EF4-FFF2-40B4-BE49-F238E27FC236}">
                <a16:creationId xmlns:a16="http://schemas.microsoft.com/office/drawing/2014/main" id="{5A484162-4844-A34D-210C-8A54249F00F0}"/>
              </a:ext>
            </a:extLst>
          </p:cNvPr>
          <p:cNvSpPr txBox="1"/>
          <p:nvPr/>
        </p:nvSpPr>
        <p:spPr>
          <a:xfrm>
            <a:off x="390194" y="3872903"/>
            <a:ext cx="910838" cy="76174"/>
          </a:xfrm>
          <a:prstGeom prst="rect">
            <a:avLst/>
          </a:prstGeom>
        </p:spPr>
        <p:txBody>
          <a:bodyPr wrap="square" lIns="0" tIns="6324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35" name="object 16">
            <a:extLst>
              <a:ext uri="{FF2B5EF4-FFF2-40B4-BE49-F238E27FC236}">
                <a16:creationId xmlns:a16="http://schemas.microsoft.com/office/drawing/2014/main" id="{51C7E068-5AC8-170F-FF22-E37DB15CD326}"/>
              </a:ext>
            </a:extLst>
          </p:cNvPr>
          <p:cNvSpPr txBox="1"/>
          <p:nvPr/>
        </p:nvSpPr>
        <p:spPr>
          <a:xfrm>
            <a:off x="1301033" y="3872903"/>
            <a:ext cx="1544881" cy="76174"/>
          </a:xfrm>
          <a:prstGeom prst="rect">
            <a:avLst/>
          </a:prstGeom>
        </p:spPr>
        <p:txBody>
          <a:bodyPr wrap="square" lIns="0" tIns="6324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36" name="object 15">
            <a:extLst>
              <a:ext uri="{FF2B5EF4-FFF2-40B4-BE49-F238E27FC236}">
                <a16:creationId xmlns:a16="http://schemas.microsoft.com/office/drawing/2014/main" id="{EFDEB153-97DD-33FA-110B-5A9D5B1A0969}"/>
              </a:ext>
            </a:extLst>
          </p:cNvPr>
          <p:cNvSpPr txBox="1"/>
          <p:nvPr/>
        </p:nvSpPr>
        <p:spPr>
          <a:xfrm>
            <a:off x="2845915" y="3872903"/>
            <a:ext cx="1096624" cy="76174"/>
          </a:xfrm>
          <a:prstGeom prst="rect">
            <a:avLst/>
          </a:prstGeom>
        </p:spPr>
        <p:txBody>
          <a:bodyPr wrap="square" lIns="0" tIns="6324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37" name="object 14">
            <a:extLst>
              <a:ext uri="{FF2B5EF4-FFF2-40B4-BE49-F238E27FC236}">
                <a16:creationId xmlns:a16="http://schemas.microsoft.com/office/drawing/2014/main" id="{9437E9BB-A547-E1B6-5AE6-F9FA3C639EDD}"/>
              </a:ext>
            </a:extLst>
          </p:cNvPr>
          <p:cNvSpPr txBox="1"/>
          <p:nvPr/>
        </p:nvSpPr>
        <p:spPr>
          <a:xfrm>
            <a:off x="3942539" y="3872903"/>
            <a:ext cx="1057729" cy="76174"/>
          </a:xfrm>
          <a:prstGeom prst="rect">
            <a:avLst/>
          </a:prstGeom>
        </p:spPr>
        <p:txBody>
          <a:bodyPr wrap="square" lIns="0" tIns="6324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41" name="object 10">
            <a:extLst>
              <a:ext uri="{FF2B5EF4-FFF2-40B4-BE49-F238E27FC236}">
                <a16:creationId xmlns:a16="http://schemas.microsoft.com/office/drawing/2014/main" id="{860529E9-2A8F-D20D-1141-AB29D5FA0786}"/>
              </a:ext>
            </a:extLst>
          </p:cNvPr>
          <p:cNvSpPr txBox="1"/>
          <p:nvPr/>
        </p:nvSpPr>
        <p:spPr>
          <a:xfrm>
            <a:off x="7099483" y="5498269"/>
            <a:ext cx="1060320" cy="286702"/>
          </a:xfrm>
          <a:prstGeom prst="rect">
            <a:avLst/>
          </a:prstGeom>
        </p:spPr>
        <p:txBody>
          <a:bodyPr wrap="square" lIns="0" tIns="4832" rIns="0" bIns="0" rtlCol="0">
            <a:noAutofit/>
          </a:bodyPr>
          <a:lstStyle/>
          <a:p>
            <a:pPr>
              <a:lnSpc>
                <a:spcPts val="600"/>
              </a:lnSpc>
            </a:pPr>
            <a:endParaRPr lang="es-PE" sz="1100" noProof="0" dirty="0"/>
          </a:p>
          <a:p>
            <a:pPr marL="497305" marR="426481" algn="ctr">
              <a:lnSpc>
                <a:spcPct val="106666"/>
              </a:lnSpc>
            </a:pPr>
            <a:r>
              <a:rPr lang="es-PE" sz="1100" noProof="0" dirty="0">
                <a:solidFill>
                  <a:srgbClr val="363435"/>
                </a:solidFill>
                <a:latin typeface="TP-Link Aktiv"/>
                <a:cs typeface="TP-Link Aktiv"/>
              </a:rPr>
              <a:t>Sí</a:t>
            </a:r>
            <a:endParaRPr lang="es-PE" sz="1100" noProof="0" dirty="0">
              <a:latin typeface="TP-Link Aktiv"/>
              <a:cs typeface="TP-Link Aktiv"/>
            </a:endParaRPr>
          </a:p>
        </p:txBody>
      </p:sp>
      <p:sp>
        <p:nvSpPr>
          <p:cNvPr id="842" name="object 9">
            <a:extLst>
              <a:ext uri="{FF2B5EF4-FFF2-40B4-BE49-F238E27FC236}">
                <a16:creationId xmlns:a16="http://schemas.microsoft.com/office/drawing/2014/main" id="{479543E0-6955-9607-174C-841E437F396A}"/>
              </a:ext>
            </a:extLst>
          </p:cNvPr>
          <p:cNvSpPr txBox="1"/>
          <p:nvPr/>
        </p:nvSpPr>
        <p:spPr>
          <a:xfrm>
            <a:off x="390194" y="4235780"/>
            <a:ext cx="910838" cy="73583"/>
          </a:xfrm>
          <a:prstGeom prst="rect">
            <a:avLst/>
          </a:prstGeom>
        </p:spPr>
        <p:txBody>
          <a:bodyPr wrap="square" lIns="0" tIns="373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43" name="object 8">
            <a:extLst>
              <a:ext uri="{FF2B5EF4-FFF2-40B4-BE49-F238E27FC236}">
                <a16:creationId xmlns:a16="http://schemas.microsoft.com/office/drawing/2014/main" id="{DFBADC0C-77C3-CD6B-9157-E155034C4602}"/>
              </a:ext>
            </a:extLst>
          </p:cNvPr>
          <p:cNvSpPr txBox="1"/>
          <p:nvPr/>
        </p:nvSpPr>
        <p:spPr>
          <a:xfrm>
            <a:off x="1301033" y="4235780"/>
            <a:ext cx="1544881" cy="73583"/>
          </a:xfrm>
          <a:prstGeom prst="rect">
            <a:avLst/>
          </a:prstGeom>
        </p:spPr>
        <p:txBody>
          <a:bodyPr wrap="square" lIns="0" tIns="373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44" name="object 7">
            <a:extLst>
              <a:ext uri="{FF2B5EF4-FFF2-40B4-BE49-F238E27FC236}">
                <a16:creationId xmlns:a16="http://schemas.microsoft.com/office/drawing/2014/main" id="{56B5C603-EACF-C14E-3F82-FB651E63469A}"/>
              </a:ext>
            </a:extLst>
          </p:cNvPr>
          <p:cNvSpPr txBox="1"/>
          <p:nvPr/>
        </p:nvSpPr>
        <p:spPr>
          <a:xfrm>
            <a:off x="2845915" y="4235780"/>
            <a:ext cx="1096624" cy="73583"/>
          </a:xfrm>
          <a:prstGeom prst="rect">
            <a:avLst/>
          </a:prstGeom>
        </p:spPr>
        <p:txBody>
          <a:bodyPr wrap="square" lIns="0" tIns="373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45" name="object 6">
            <a:extLst>
              <a:ext uri="{FF2B5EF4-FFF2-40B4-BE49-F238E27FC236}">
                <a16:creationId xmlns:a16="http://schemas.microsoft.com/office/drawing/2014/main" id="{ADFCB962-C50A-4B03-A816-66727CD462F6}"/>
              </a:ext>
            </a:extLst>
          </p:cNvPr>
          <p:cNvSpPr txBox="1"/>
          <p:nvPr/>
        </p:nvSpPr>
        <p:spPr>
          <a:xfrm>
            <a:off x="3942539" y="4235780"/>
            <a:ext cx="1060320" cy="73583"/>
          </a:xfrm>
          <a:prstGeom prst="rect">
            <a:avLst/>
          </a:prstGeom>
        </p:spPr>
        <p:txBody>
          <a:bodyPr wrap="square" lIns="0" tIns="3733" rIns="0" bIns="0" rtlCol="0">
            <a:noAutofit/>
          </a:bodyPr>
          <a:lstStyle/>
          <a:p>
            <a:pPr marL="25400">
              <a:lnSpc>
                <a:spcPts val="550"/>
              </a:lnSpc>
            </a:pPr>
            <a:endParaRPr lang="es-PE" sz="1100" noProof="0" dirty="0"/>
          </a:p>
        </p:txBody>
      </p:sp>
      <p:sp>
        <p:nvSpPr>
          <p:cNvPr id="860" name="object 59">
            <a:extLst>
              <a:ext uri="{FF2B5EF4-FFF2-40B4-BE49-F238E27FC236}">
                <a16:creationId xmlns:a16="http://schemas.microsoft.com/office/drawing/2014/main" id="{5DFAFB6B-2112-AA58-7486-9B1BE6B2B4CE}"/>
              </a:ext>
            </a:extLst>
          </p:cNvPr>
          <p:cNvSpPr txBox="1"/>
          <p:nvPr/>
        </p:nvSpPr>
        <p:spPr>
          <a:xfrm>
            <a:off x="6990781" y="2485440"/>
            <a:ext cx="1239840" cy="286702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235278" marR="232666" algn="ctr">
              <a:lnSpc>
                <a:spcPct val="106666"/>
              </a:lnSpc>
            </a:pPr>
            <a:r>
              <a:rPr lang="es-PE" sz="1100" noProof="0" dirty="0">
                <a:solidFill>
                  <a:srgbClr val="363435"/>
                </a:solidFill>
                <a:latin typeface="TP-Link Aktiv"/>
                <a:cs typeface="TP-Link Aktiv"/>
              </a:rPr>
              <a:t>En modelos</a:t>
            </a:r>
            <a:endParaRPr lang="es-PE" sz="1100" noProof="0" dirty="0">
              <a:latin typeface="TP-Link Aktiv"/>
              <a:cs typeface="TP-Link Aktiv"/>
            </a:endParaRPr>
          </a:p>
          <a:p>
            <a:pPr marL="309839" marR="307346" algn="ctr">
              <a:lnSpc>
                <a:spcPts val="1025"/>
              </a:lnSpc>
              <a:spcBef>
                <a:spcPts val="51"/>
              </a:spcBef>
            </a:pPr>
            <a:r>
              <a:rPr lang="es-PE" sz="1100" spc="-4" noProof="0" dirty="0">
                <a:solidFill>
                  <a:srgbClr val="363435"/>
                </a:solidFill>
                <a:latin typeface="TP-Link Aktiv"/>
                <a:cs typeface="TP-Link Aktiv"/>
              </a:rPr>
              <a:t>Premium</a:t>
            </a:r>
            <a:endParaRPr lang="es-PE" sz="1100" noProof="0" dirty="0">
              <a:latin typeface="TP-Link Aktiv"/>
              <a:cs typeface="TP-Link Aktiv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5EC2F09-7A77-33B1-6181-7F8451389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716472"/>
              </p:ext>
            </p:extLst>
          </p:nvPr>
        </p:nvGraphicFramePr>
        <p:xfrm>
          <a:off x="2635540" y="102843"/>
          <a:ext cx="7230688" cy="6583705"/>
        </p:xfrm>
        <a:graphic>
          <a:graphicData uri="http://schemas.openxmlformats.org/drawingml/2006/table">
            <a:tbl>
              <a:tblPr/>
              <a:tblGrid>
                <a:gridCol w="1682460">
                  <a:extLst>
                    <a:ext uri="{9D8B030D-6E8A-4147-A177-3AD203B41FA5}">
                      <a16:colId xmlns:a16="http://schemas.microsoft.com/office/drawing/2014/main" val="885180803"/>
                    </a:ext>
                  </a:extLst>
                </a:gridCol>
                <a:gridCol w="2917190">
                  <a:extLst>
                    <a:ext uri="{9D8B030D-6E8A-4147-A177-3AD203B41FA5}">
                      <a16:colId xmlns:a16="http://schemas.microsoft.com/office/drawing/2014/main" val="2826850262"/>
                    </a:ext>
                  </a:extLst>
                </a:gridCol>
                <a:gridCol w="1311910">
                  <a:extLst>
                    <a:ext uri="{9D8B030D-6E8A-4147-A177-3AD203B41FA5}">
                      <a16:colId xmlns:a16="http://schemas.microsoft.com/office/drawing/2014/main" val="2736878208"/>
                    </a:ext>
                  </a:extLst>
                </a:gridCol>
                <a:gridCol w="1319128">
                  <a:extLst>
                    <a:ext uri="{9D8B030D-6E8A-4147-A177-3AD203B41FA5}">
                      <a16:colId xmlns:a16="http://schemas.microsoft.com/office/drawing/2014/main" val="2414334902"/>
                    </a:ext>
                  </a:extLst>
                </a:gridCol>
              </a:tblGrid>
              <a:tr h="4698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24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VIGI by TP-Link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052782"/>
                  </a:ext>
                </a:extLst>
              </a:tr>
              <a:tr h="588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Resolución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Hasta 4K Reales  </a:t>
                      </a: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(3840 x 2160)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Hasta 4K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Hasta 4K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882639"/>
                  </a:ext>
                </a:extLst>
              </a:tr>
              <a:tr h="49543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Visión Nocturna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ColorPro </a:t>
                      </a: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(Superior)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ColorVu 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WizColor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423843"/>
                  </a:ext>
                </a:extLst>
              </a:tr>
              <a:tr h="65698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Full-Color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Smart Hybrid Light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Smart Dual Light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854519"/>
                  </a:ext>
                </a:extLst>
              </a:tr>
              <a:tr h="6246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Smart 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Incluido </a:t>
                      </a: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desde                        modelos Base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 modelos Premium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 modelos Premium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582667"/>
                  </a:ext>
                </a:extLst>
              </a:tr>
              <a:tr h="6246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Gratuita</a:t>
                      </a: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intuitiva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Pesada y Compleja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Pesada y Compleja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707149"/>
                  </a:ext>
                </a:extLst>
              </a:tr>
              <a:tr h="6246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Peso APP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 MB, Ligera                                 </a:t>
                      </a: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VIGI APP</a:t>
                      </a:r>
                      <a:endParaRPr lang="es-P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351 MB,  Pesada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396 MB, Pesada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653070"/>
                  </a:ext>
                </a:extLst>
              </a:tr>
              <a:tr h="6246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Visualización remota en PC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Navegador Web                            </a:t>
                      </a: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VIGI Cloud VMS</a:t>
                      </a:r>
                      <a:endParaRPr lang="es-P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Requiere Software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Requiere Software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101296"/>
                  </a:ext>
                </a:extLst>
              </a:tr>
              <a:tr h="6246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Vista en vivo en Celular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Ilimitado (P2P Real)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min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min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266806"/>
                  </a:ext>
                </a:extLst>
              </a:tr>
              <a:tr h="6246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10-30%                                              </a:t>
                      </a: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más económico</a:t>
                      </a:r>
                      <a:endParaRPr lang="es-P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Medio / Alto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Medio / Alto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598979"/>
                  </a:ext>
                </a:extLst>
              </a:tr>
              <a:tr h="3123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ONVIF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450831"/>
                  </a:ext>
                </a:extLst>
              </a:tr>
              <a:tr h="3123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Garantía Local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A8D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324758"/>
                  </a:ext>
                </a:extLst>
              </a:tr>
            </a:tbl>
          </a:graphicData>
        </a:graphic>
      </p:graphicFrame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7B05A7E0-99A4-7880-549E-0513F9B36557}"/>
              </a:ext>
            </a:extLst>
          </p:cNvPr>
          <p:cNvSpPr txBox="1">
            <a:spLocks/>
          </p:cNvSpPr>
          <p:nvPr/>
        </p:nvSpPr>
        <p:spPr>
          <a:xfrm>
            <a:off x="11697644" y="6386312"/>
            <a:ext cx="428599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C42EED7-458C-4750-A402-CE116D16CFEB}" type="slidenum">
              <a:rPr lang="es-PE" sz="1100" noProof="0" smtClean="0">
                <a:solidFill>
                  <a:schemeClr val="bg1">
                    <a:lumMod val="75000"/>
                  </a:schemeClr>
                </a:solidFill>
                <a:ea typeface="等线" pitchFamily="2" charset="-122"/>
              </a:rPr>
              <a:pPr>
                <a:defRPr/>
              </a:pPr>
              <a:t>4</a:t>
            </a:fld>
            <a:endParaRPr lang="es-PE" sz="1100" noProof="0" dirty="0">
              <a:solidFill>
                <a:schemeClr val="bg1">
                  <a:lumMod val="75000"/>
                </a:schemeClr>
              </a:solidFill>
              <a:ea typeface="等线" pitchFamily="2" charset="-122"/>
            </a:endParaRPr>
          </a:p>
        </p:txBody>
      </p:sp>
      <p:pic>
        <p:nvPicPr>
          <p:cNvPr id="2" name="Imagen 1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61DB1807-6928-A827-2576-05A4700AB69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4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69"/>
          <a:stretch/>
        </p:blipFill>
        <p:spPr>
          <a:xfrm>
            <a:off x="4076" y="0"/>
            <a:ext cx="6048381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6170"/>
          <a:stretch/>
        </p:blipFill>
        <p:spPr>
          <a:xfrm>
            <a:off x="6052456" y="-808"/>
            <a:ext cx="6167275" cy="68580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5844" y="0"/>
            <a:ext cx="12247401" cy="6858808"/>
          </a:xfrm>
          <a:prstGeom prst="rect">
            <a:avLst/>
          </a:prstGeom>
          <a:solidFill>
            <a:srgbClr val="36444B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3"/>
          </p:nvPr>
        </p:nvSpPr>
        <p:spPr>
          <a:xfrm>
            <a:off x="11515849" y="6238690"/>
            <a:ext cx="428599" cy="486833"/>
          </a:xfrm>
        </p:spPr>
        <p:txBody>
          <a:bodyPr/>
          <a:lstStyle/>
          <a:p>
            <a:pPr defTabSz="914400">
              <a:defRPr/>
            </a:pPr>
            <a:fld id="{FC42EED7-458C-4750-A402-CE116D16CFEB}" type="slidenum">
              <a:rPr lang="es-PE" noProof="0" smtClean="0">
                <a:solidFill>
                  <a:schemeClr val="bg1">
                    <a:lumMod val="75000"/>
                  </a:schemeClr>
                </a:solidFill>
                <a:ea typeface="等线" pitchFamily="2" charset="-122"/>
                <a:cs typeface="+mn-cs"/>
              </a:rPr>
              <a:t>5</a:t>
            </a:fld>
            <a:endParaRPr lang="es-PE" noProof="0" dirty="0">
              <a:solidFill>
                <a:schemeClr val="bg1">
                  <a:lumMod val="75000"/>
                </a:schemeClr>
              </a:solidFill>
              <a:ea typeface="等线" pitchFamily="2" charset="-122"/>
              <a:cs typeface="+mn-cs"/>
            </a:endParaRPr>
          </a:p>
        </p:txBody>
      </p:sp>
      <p:sp>
        <p:nvSpPr>
          <p:cNvPr id="33" name="iṣḷïďê"/>
          <p:cNvSpPr txBox="1"/>
          <p:nvPr/>
        </p:nvSpPr>
        <p:spPr>
          <a:xfrm>
            <a:off x="7046519" y="4165522"/>
            <a:ext cx="4247577" cy="677551"/>
          </a:xfrm>
          <a:prstGeom prst="rect">
            <a:avLst/>
          </a:prstGeom>
          <a:noFill/>
        </p:spPr>
        <p:txBody>
          <a:bodyPr wrap="square" lIns="121920" tIns="60960" rIns="121920" bIns="6096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s-PE" sz="5400" b="1" noProof="0" dirty="0">
                <a:solidFill>
                  <a:schemeClr val="bg1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In</a:t>
            </a:r>
            <a:r>
              <a:rPr lang="es-PE" sz="5400" b="1" noProof="0" dirty="0">
                <a:solidFill>
                  <a:srgbClr val="FFFF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S</a:t>
            </a:r>
            <a:r>
              <a:rPr lang="es-PE" sz="5400" b="1" noProof="0" dirty="0">
                <a:solidFill>
                  <a:schemeClr val="bg1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ight</a:t>
            </a:r>
          </a:p>
        </p:txBody>
      </p:sp>
      <p:sp>
        <p:nvSpPr>
          <p:cNvPr id="34" name="îṡḷiḑe"/>
          <p:cNvSpPr txBox="1"/>
          <p:nvPr/>
        </p:nvSpPr>
        <p:spPr>
          <a:xfrm>
            <a:off x="539632" y="4185790"/>
            <a:ext cx="4717852" cy="677551"/>
          </a:xfrm>
          <a:prstGeom prst="rect">
            <a:avLst/>
          </a:prstGeom>
          <a:noFill/>
        </p:spPr>
        <p:txBody>
          <a:bodyPr wrap="square" lIns="121920" tIns="60960" rIns="121920" bIns="6096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s-PE" sz="5400" b="1" noProof="0" dirty="0">
                <a:solidFill>
                  <a:schemeClr val="bg1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Easy</a:t>
            </a:r>
            <a:r>
              <a:rPr lang="es-PE" sz="5400" b="1" noProof="0" dirty="0">
                <a:solidFill>
                  <a:srgbClr val="FFFF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C</a:t>
            </a:r>
            <a:r>
              <a:rPr lang="es-PE" sz="5400" b="1" noProof="0" dirty="0">
                <a:solidFill>
                  <a:schemeClr val="bg1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am</a:t>
            </a:r>
          </a:p>
        </p:txBody>
      </p:sp>
      <p:sp>
        <p:nvSpPr>
          <p:cNvPr id="35" name="矩形 34"/>
          <p:cNvSpPr/>
          <p:nvPr/>
        </p:nvSpPr>
        <p:spPr>
          <a:xfrm>
            <a:off x="1493439" y="5147701"/>
            <a:ext cx="26324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PE" sz="1400" noProof="0" dirty="0">
                <a:solidFill>
                  <a:srgbClr val="D5FFFF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Soluciones Fáciles </a:t>
            </a:r>
            <a:r>
              <a:rPr lang="es-PE" sz="1400" noProof="0" dirty="0">
                <a:solidFill>
                  <a:srgbClr val="FFFF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|</a:t>
            </a:r>
            <a:r>
              <a:rPr lang="es-PE" sz="1400" noProof="0" dirty="0">
                <a:solidFill>
                  <a:schemeClr val="bg1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 IA Básica</a:t>
            </a:r>
            <a:endParaRPr lang="es-PE" sz="1400" noProof="0" dirty="0">
              <a:solidFill>
                <a:schemeClr val="bg1"/>
              </a:solidFill>
              <a:latin typeface="TP-Link Aktiv Medium" panose="020B0604020202020204" charset="0"/>
              <a:cs typeface="TP-Link Aktiv Medium" panose="020B0604020202020204" charset="0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486939" y="5150825"/>
            <a:ext cx="35060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noProof="0" dirty="0">
                <a:solidFill>
                  <a:srgbClr val="D5FFFF"/>
                </a:solidFill>
                <a:latin typeface="TP-Link Aktiv Medium" panose="020B0604020202020204" charset="0"/>
                <a:cs typeface="TP-Link Aktiv Medium" panose="020B0604020202020204" charset="0"/>
                <a:sym typeface="+mn-lt"/>
              </a:rPr>
              <a:t>Soluciones Profesionales </a:t>
            </a:r>
            <a:r>
              <a:rPr lang="es-PE" sz="1400" noProof="0" dirty="0">
                <a:solidFill>
                  <a:srgbClr val="FFFF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|</a:t>
            </a:r>
            <a:r>
              <a:rPr lang="es-PE" sz="1400" noProof="0" dirty="0">
                <a:solidFill>
                  <a:srgbClr val="D5FFFF"/>
                </a:solidFill>
                <a:latin typeface="TP-Link Aktiv Medium" panose="020B0604020202020204" charset="0"/>
                <a:cs typeface="TP-Link Aktiv Medium" panose="020B0604020202020204" charset="0"/>
                <a:sym typeface="+mn-lt"/>
              </a:rPr>
              <a:t> </a:t>
            </a:r>
            <a:r>
              <a:rPr lang="es-PE" sz="1400" noProof="0" dirty="0">
                <a:solidFill>
                  <a:schemeClr val="bg1"/>
                </a:solidFill>
                <a:latin typeface="TP-Link Aktiv Medium" panose="020B0604020202020204" charset="0"/>
                <a:cs typeface="TP-Link Aktiv Medium" panose="020B0604020202020204" charset="0"/>
                <a:sym typeface="+mn-lt"/>
              </a:rPr>
              <a:t>IA Avanzada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2251663" y="5066994"/>
            <a:ext cx="1116000" cy="0"/>
          </a:xfrm>
          <a:prstGeom prst="line">
            <a:avLst/>
          </a:prstGeom>
          <a:ln w="22225">
            <a:solidFill>
              <a:srgbClr val="F8F9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8723198" y="5066994"/>
            <a:ext cx="11160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8A02833-5C3D-DE8B-2F64-80A971264A38}"/>
              </a:ext>
            </a:extLst>
          </p:cNvPr>
          <p:cNvSpPr/>
          <p:nvPr/>
        </p:nvSpPr>
        <p:spPr>
          <a:xfrm>
            <a:off x="6349320" y="5623195"/>
            <a:ext cx="5642891" cy="5428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55" name="矩形 54"/>
          <p:cNvSpPr/>
          <p:nvPr/>
        </p:nvSpPr>
        <p:spPr>
          <a:xfrm>
            <a:off x="6349320" y="5688986"/>
            <a:ext cx="5642891" cy="43088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PE" sz="2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Proyectos </a:t>
            </a:r>
            <a:r>
              <a:rPr lang="es-PE" sz="2200" b="1" noProof="0" dirty="0">
                <a:solidFill>
                  <a:srgbClr val="FF00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–</a:t>
            </a:r>
            <a:r>
              <a:rPr lang="es-PE" sz="2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 Industrias </a:t>
            </a:r>
            <a:r>
              <a:rPr lang="es-PE" sz="2200" b="1" noProof="0" dirty="0">
                <a:solidFill>
                  <a:srgbClr val="FF00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– </a:t>
            </a:r>
            <a:r>
              <a:rPr lang="es-PE" sz="2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Vigilancia urbana</a:t>
            </a:r>
            <a:endParaRPr lang="es-PE" sz="2200" b="1" noProof="0" dirty="0">
              <a:solidFill>
                <a:schemeClr val="tx1">
                  <a:lumMod val="85000"/>
                  <a:lumOff val="15000"/>
                </a:schemeClr>
              </a:solidFill>
              <a:latin typeface="TP-Link Aktiv Medium" panose="020B0604020202020204" charset="0"/>
              <a:cs typeface="TP-Link Aktiv Medium" panose="020B0604020202020204" charset="0"/>
              <a:sym typeface="+mn-lt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865ED9B-B549-BF5C-66CF-35658F74F412}"/>
              </a:ext>
            </a:extLst>
          </p:cNvPr>
          <p:cNvSpPr/>
          <p:nvPr/>
        </p:nvSpPr>
        <p:spPr>
          <a:xfrm>
            <a:off x="0" y="194166"/>
            <a:ext cx="12192000" cy="1000161"/>
          </a:xfrm>
          <a:prstGeom prst="rect">
            <a:avLst/>
          </a:prstGeom>
          <a:solidFill>
            <a:srgbClr val="00556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ítulo 5">
            <a:extLst>
              <a:ext uri="{FF2B5EF4-FFF2-40B4-BE49-F238E27FC236}">
                <a16:creationId xmlns:a16="http://schemas.microsoft.com/office/drawing/2014/main" id="{47E30B8C-9EC0-B89B-0FA4-877051B3BC8F}"/>
              </a:ext>
            </a:extLst>
          </p:cNvPr>
          <p:cNvSpPr txBox="1">
            <a:spLocks/>
          </p:cNvSpPr>
          <p:nvPr/>
        </p:nvSpPr>
        <p:spPr>
          <a:xfrm>
            <a:off x="4075" y="201459"/>
            <a:ext cx="12183849" cy="7736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735" b="1" i="0" kern="1200">
                <a:solidFill>
                  <a:srgbClr val="464647"/>
                </a:solidFill>
                <a:latin typeface="TP-Link Aktiv" panose="020B0504020202020204" pitchFamily="34" charset="0"/>
                <a:ea typeface="HEITI SC MEDIUM" panose="02000000000000000000" pitchFamily="2" charset="-128"/>
                <a:cs typeface="TP-Link Aktiv" panose="020B0504020202020204" pitchFamily="34" charset="0"/>
              </a:defRPr>
            </a:lvl1pPr>
          </a:lstStyle>
          <a:p>
            <a:pPr>
              <a:lnSpc>
                <a:spcPct val="90000"/>
              </a:lnSpc>
            </a:pPr>
            <a:r>
              <a:rPr kumimoji="1" lang="es-PE" sz="3600" dirty="0">
                <a:solidFill>
                  <a:schemeClr val="bg1"/>
                </a:solidFill>
                <a:ea typeface="TP-Link Aktiv" panose="020B0504020202020204" pitchFamily="34" charset="0"/>
              </a:rPr>
              <a:t>Series</a:t>
            </a:r>
            <a:r>
              <a:rPr kumimoji="1" lang="es-PE" sz="3600" noProof="0" dirty="0">
                <a:solidFill>
                  <a:schemeClr val="bg1"/>
                </a:solidFill>
                <a:ea typeface="TP-Link Aktiv" panose="020B0504020202020204" pitchFamily="34" charset="0"/>
              </a:rPr>
              <a:t> de </a:t>
            </a:r>
            <a:r>
              <a:rPr kumimoji="1" lang="es-PE" sz="3600" noProof="0" dirty="0">
                <a:solidFill>
                  <a:schemeClr val="accent1">
                    <a:lumMod val="40000"/>
                    <a:lumOff val="60000"/>
                  </a:schemeClr>
                </a:solidFill>
                <a:ea typeface="TP-Link Aktiv" panose="020B0504020202020204" pitchFamily="34" charset="0"/>
              </a:rPr>
              <a:t>Cámaras VIGI</a:t>
            </a:r>
            <a:endParaRPr kumimoji="1" lang="es-PE" sz="6600" noProof="0" dirty="0">
              <a:solidFill>
                <a:schemeClr val="accent1">
                  <a:lumMod val="40000"/>
                  <a:lumOff val="60000"/>
                </a:schemeClr>
              </a:solidFill>
              <a:ea typeface="TP-Link Aktiv" panose="020B05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E10AF09-0E9D-9F4B-D63B-DECCD1320813}"/>
              </a:ext>
            </a:extLst>
          </p:cNvPr>
          <p:cNvSpPr/>
          <p:nvPr/>
        </p:nvSpPr>
        <p:spPr>
          <a:xfrm>
            <a:off x="756393" y="5623194"/>
            <a:ext cx="4181051" cy="54284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F4A5AF-7F84-10DC-88BC-8620774465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06" t="22142" r="3085" b="19607"/>
          <a:stretch>
            <a:fillRect/>
          </a:stretch>
        </p:blipFill>
        <p:spPr>
          <a:xfrm>
            <a:off x="236885" y="2260562"/>
            <a:ext cx="2275134" cy="1453044"/>
          </a:xfrm>
          <a:prstGeom prst="rect">
            <a:avLst/>
          </a:prstGeom>
        </p:spPr>
      </p:pic>
      <p:sp>
        <p:nvSpPr>
          <p:cNvPr id="7" name="矩形 54">
            <a:extLst>
              <a:ext uri="{FF2B5EF4-FFF2-40B4-BE49-F238E27FC236}">
                <a16:creationId xmlns:a16="http://schemas.microsoft.com/office/drawing/2014/main" id="{0272CD4E-843D-4FB1-0EDE-D22233ECB295}"/>
              </a:ext>
            </a:extLst>
          </p:cNvPr>
          <p:cNvSpPr/>
          <p:nvPr/>
        </p:nvSpPr>
        <p:spPr>
          <a:xfrm>
            <a:off x="783825" y="5688985"/>
            <a:ext cx="4129657" cy="43088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PE" sz="2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PYMES </a:t>
            </a:r>
            <a:r>
              <a:rPr lang="es-PE" sz="2200" b="1" noProof="0" dirty="0">
                <a:solidFill>
                  <a:srgbClr val="FF00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–</a:t>
            </a:r>
            <a:r>
              <a:rPr lang="es-PE" sz="2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 Oficinas </a:t>
            </a:r>
            <a:r>
              <a:rPr lang="es-PE" sz="2200" b="1" noProof="0" dirty="0">
                <a:solidFill>
                  <a:srgbClr val="FF0000"/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– </a:t>
            </a:r>
            <a:r>
              <a:rPr lang="es-PE" sz="2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TP-Link Aktiv Medium" panose="020B0604020202020204" charset="0"/>
                <a:ea typeface="TP-Link Aktiv Medium" panose="020B0604020202020204" charset="0"/>
                <a:cs typeface="TP-Link Aktiv Medium" panose="020B0604020202020204" charset="0"/>
                <a:sym typeface="+mn-lt"/>
              </a:rPr>
              <a:t>Domicilios</a:t>
            </a:r>
            <a:endParaRPr lang="es-PE" sz="2200" b="1" noProof="0" dirty="0">
              <a:solidFill>
                <a:schemeClr val="tx1">
                  <a:lumMod val="85000"/>
                  <a:lumOff val="15000"/>
                </a:schemeClr>
              </a:solidFill>
              <a:latin typeface="TP-Link Aktiv Medium" panose="020B0604020202020204" charset="0"/>
              <a:cs typeface="TP-Link Aktiv Medium" panose="020B0604020202020204" charset="0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39" b="18041"/>
          <a:stretch>
            <a:fillRect/>
          </a:stretch>
        </p:blipFill>
        <p:spPr>
          <a:xfrm>
            <a:off x="2607598" y="1609771"/>
            <a:ext cx="3092938" cy="2103835"/>
          </a:xfrm>
          <a:prstGeom prst="rect">
            <a:avLst/>
          </a:prstGeom>
        </p:spPr>
      </p:pic>
      <p:pic>
        <p:nvPicPr>
          <p:cNvPr id="16" name="Imagen 1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B70B9E7-7D1E-73AF-EB0D-9B3BF1536B9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26" t="25711" r="3134" b="28841"/>
          <a:stretch>
            <a:fillRect/>
          </a:stretch>
        </p:blipFill>
        <p:spPr>
          <a:xfrm>
            <a:off x="6156229" y="2222817"/>
            <a:ext cx="2319852" cy="111996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3" t="23734" r="8334" b="30466"/>
          <a:stretch>
            <a:fillRect/>
          </a:stretch>
        </p:blipFill>
        <p:spPr>
          <a:xfrm>
            <a:off x="8566952" y="1831778"/>
            <a:ext cx="3561908" cy="1881828"/>
          </a:xfrm>
          <a:prstGeom prst="rect">
            <a:avLst/>
          </a:prstGeom>
        </p:spPr>
      </p:pic>
      <p:pic>
        <p:nvPicPr>
          <p:cNvPr id="5" name="Imagen 4" descr="Imagen que contiene firmar, oscuro, parada, iluminado&#10;&#10;El contenido generado por IA puede ser incorrecto.">
            <a:extLst>
              <a:ext uri="{FF2B5EF4-FFF2-40B4-BE49-F238E27FC236}">
                <a16:creationId xmlns:a16="http://schemas.microsoft.com/office/drawing/2014/main" id="{BD7F2B1A-F429-CE51-7FDD-29D9B9BE08D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531788" y="6390640"/>
            <a:ext cx="768919" cy="39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Elipse 73">
            <a:extLst>
              <a:ext uri="{FF2B5EF4-FFF2-40B4-BE49-F238E27FC236}">
                <a16:creationId xmlns:a16="http://schemas.microsoft.com/office/drawing/2014/main" id="{8C3B19D7-8A14-CA09-8D9B-570BC52F75E3}"/>
              </a:ext>
            </a:extLst>
          </p:cNvPr>
          <p:cNvSpPr/>
          <p:nvPr/>
        </p:nvSpPr>
        <p:spPr>
          <a:xfrm>
            <a:off x="910413" y="5903190"/>
            <a:ext cx="10707242" cy="38358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CBBA6DA8-2F64-1ACD-B65A-38A89B47DA81}"/>
              </a:ext>
            </a:extLst>
          </p:cNvPr>
          <p:cNvGrpSpPr/>
          <p:nvPr/>
        </p:nvGrpSpPr>
        <p:grpSpPr>
          <a:xfrm>
            <a:off x="494603" y="900025"/>
            <a:ext cx="2626900" cy="827243"/>
            <a:chOff x="-178122" y="791247"/>
            <a:chExt cx="2626900" cy="827243"/>
          </a:xfrm>
        </p:grpSpPr>
        <p:sp>
          <p:nvSpPr>
            <p:cNvPr id="31" name="object 23">
              <a:extLst>
                <a:ext uri="{FF2B5EF4-FFF2-40B4-BE49-F238E27FC236}">
                  <a16:creationId xmlns:a16="http://schemas.microsoft.com/office/drawing/2014/main" id="{381310BB-FD6A-1863-B597-0FA4E3ACE6E4}"/>
                </a:ext>
              </a:extLst>
            </p:cNvPr>
            <p:cNvSpPr/>
            <p:nvPr/>
          </p:nvSpPr>
          <p:spPr>
            <a:xfrm>
              <a:off x="-176639" y="792647"/>
              <a:ext cx="2625417" cy="825843"/>
            </a:xfrm>
            <a:custGeom>
              <a:avLst/>
              <a:gdLst/>
              <a:ahLst/>
              <a:cxnLst/>
              <a:rect l="l" t="t" r="r" b="b"/>
              <a:pathLst>
                <a:path w="3403939" h="1195356">
                  <a:moveTo>
                    <a:pt x="16817" y="195700"/>
                  </a:moveTo>
                  <a:lnTo>
                    <a:pt x="541094" y="1195356"/>
                  </a:lnTo>
                  <a:lnTo>
                    <a:pt x="3403939" y="1195356"/>
                  </a:lnTo>
                  <a:lnTo>
                    <a:pt x="2814847" y="72144"/>
                  </a:lnTo>
                  <a:lnTo>
                    <a:pt x="2789864" y="36858"/>
                  </a:lnTo>
                  <a:lnTo>
                    <a:pt x="2758441" y="12639"/>
                  </a:lnTo>
                  <a:lnTo>
                    <a:pt x="2710143" y="3"/>
                  </a:lnTo>
                  <a:lnTo>
                    <a:pt x="97757" y="0"/>
                  </a:lnTo>
                  <a:lnTo>
                    <a:pt x="86269" y="824"/>
                  </a:lnTo>
                  <a:lnTo>
                    <a:pt x="45957" y="18842"/>
                  </a:lnTo>
                  <a:lnTo>
                    <a:pt x="16771" y="55338"/>
                  </a:lnTo>
                  <a:lnTo>
                    <a:pt x="1521" y="103540"/>
                  </a:lnTo>
                  <a:lnTo>
                    <a:pt x="0" y="129915"/>
                  </a:lnTo>
                  <a:lnTo>
                    <a:pt x="919" y="143302"/>
                  </a:lnTo>
                  <a:lnTo>
                    <a:pt x="3016" y="156679"/>
                  </a:lnTo>
                  <a:lnTo>
                    <a:pt x="6335" y="169942"/>
                  </a:lnTo>
                  <a:lnTo>
                    <a:pt x="10921" y="182984"/>
                  </a:lnTo>
                  <a:lnTo>
                    <a:pt x="16817" y="19570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24">
              <a:extLst>
                <a:ext uri="{FF2B5EF4-FFF2-40B4-BE49-F238E27FC236}">
                  <a16:creationId xmlns:a16="http://schemas.microsoft.com/office/drawing/2014/main" id="{5FC7A906-E5F8-8DE8-DE96-B5E13358F064}"/>
                </a:ext>
              </a:extLst>
            </p:cNvPr>
            <p:cNvSpPr/>
            <p:nvPr/>
          </p:nvSpPr>
          <p:spPr>
            <a:xfrm>
              <a:off x="-178122" y="791247"/>
              <a:ext cx="2625852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4" name="object 36">
            <a:extLst>
              <a:ext uri="{FF2B5EF4-FFF2-40B4-BE49-F238E27FC236}">
                <a16:creationId xmlns:a16="http://schemas.microsoft.com/office/drawing/2014/main" id="{ADAE5799-58C0-F804-51A2-B7A91915FA20}"/>
              </a:ext>
            </a:extLst>
          </p:cNvPr>
          <p:cNvSpPr/>
          <p:nvPr/>
        </p:nvSpPr>
        <p:spPr>
          <a:xfrm>
            <a:off x="910101" y="1727268"/>
            <a:ext cx="10707242" cy="4248112"/>
          </a:xfrm>
          <a:prstGeom prst="rect">
            <a:avLst/>
          </a:prstGeom>
          <a:blipFill>
            <a:blip r:embed="rId3" cstate="print"/>
            <a:stretch>
              <a:fillRect l="-1" r="-128103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FD78306F-6237-0A3C-5E29-99510ED47428}"/>
              </a:ext>
            </a:extLst>
          </p:cNvPr>
          <p:cNvGrpSpPr/>
          <p:nvPr/>
        </p:nvGrpSpPr>
        <p:grpSpPr>
          <a:xfrm>
            <a:off x="2700797" y="906003"/>
            <a:ext cx="2535067" cy="826824"/>
            <a:chOff x="3672581" y="764448"/>
            <a:chExt cx="2535067" cy="826824"/>
          </a:xfrm>
        </p:grpSpPr>
        <p:sp>
          <p:nvSpPr>
            <p:cNvPr id="41" name="object 33">
              <a:extLst>
                <a:ext uri="{FF2B5EF4-FFF2-40B4-BE49-F238E27FC236}">
                  <a16:creationId xmlns:a16="http://schemas.microsoft.com/office/drawing/2014/main" id="{39C4C58C-1C45-3B47-E8CF-34AC81A92E3B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34">
              <a:extLst>
                <a:ext uri="{FF2B5EF4-FFF2-40B4-BE49-F238E27FC236}">
                  <a16:creationId xmlns:a16="http://schemas.microsoft.com/office/drawing/2014/main" id="{775E410D-2FFB-8034-677D-517D83A67707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12909566-7724-9214-EEE2-CC1C86966827}"/>
              </a:ext>
            </a:extLst>
          </p:cNvPr>
          <p:cNvGrpSpPr/>
          <p:nvPr/>
        </p:nvGrpSpPr>
        <p:grpSpPr>
          <a:xfrm>
            <a:off x="4828466" y="905922"/>
            <a:ext cx="2535067" cy="826824"/>
            <a:chOff x="3672581" y="764448"/>
            <a:chExt cx="2535067" cy="826824"/>
          </a:xfrm>
        </p:grpSpPr>
        <p:sp>
          <p:nvSpPr>
            <p:cNvPr id="65" name="object 33">
              <a:extLst>
                <a:ext uri="{FF2B5EF4-FFF2-40B4-BE49-F238E27FC236}">
                  <a16:creationId xmlns:a16="http://schemas.microsoft.com/office/drawing/2014/main" id="{5E0286C3-A900-310E-37BD-4C51AAFCACDA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34">
              <a:extLst>
                <a:ext uri="{FF2B5EF4-FFF2-40B4-BE49-F238E27FC236}">
                  <a16:creationId xmlns:a16="http://schemas.microsoft.com/office/drawing/2014/main" id="{2992913E-DCE6-EB4D-F416-D9053F1907A3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3DCE6A33-DAA6-78E9-191C-DE4078DCCF12}"/>
              </a:ext>
            </a:extLst>
          </p:cNvPr>
          <p:cNvGrpSpPr/>
          <p:nvPr/>
        </p:nvGrpSpPr>
        <p:grpSpPr>
          <a:xfrm>
            <a:off x="6954919" y="906984"/>
            <a:ext cx="2535067" cy="826824"/>
            <a:chOff x="3672581" y="764448"/>
            <a:chExt cx="2535067" cy="826824"/>
          </a:xfrm>
        </p:grpSpPr>
        <p:sp>
          <p:nvSpPr>
            <p:cNvPr id="68" name="object 33">
              <a:extLst>
                <a:ext uri="{FF2B5EF4-FFF2-40B4-BE49-F238E27FC236}">
                  <a16:creationId xmlns:a16="http://schemas.microsoft.com/office/drawing/2014/main" id="{4B014932-8811-D1DD-33F9-D65C2856134B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34">
              <a:extLst>
                <a:ext uri="{FF2B5EF4-FFF2-40B4-BE49-F238E27FC236}">
                  <a16:creationId xmlns:a16="http://schemas.microsoft.com/office/drawing/2014/main" id="{6F2A0BBE-CAF4-B545-55BC-90CE911319F9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4223B173-CBD1-EDF1-D905-C8348B4230BE}"/>
              </a:ext>
            </a:extLst>
          </p:cNvPr>
          <p:cNvGrpSpPr/>
          <p:nvPr/>
        </p:nvGrpSpPr>
        <p:grpSpPr>
          <a:xfrm>
            <a:off x="9082588" y="906903"/>
            <a:ext cx="2535067" cy="826824"/>
            <a:chOff x="3672581" y="764448"/>
            <a:chExt cx="2535067" cy="826824"/>
          </a:xfrm>
        </p:grpSpPr>
        <p:sp>
          <p:nvSpPr>
            <p:cNvPr id="71" name="object 33">
              <a:extLst>
                <a:ext uri="{FF2B5EF4-FFF2-40B4-BE49-F238E27FC236}">
                  <a16:creationId xmlns:a16="http://schemas.microsoft.com/office/drawing/2014/main" id="{3134D375-EDCD-A48C-A5F9-86E50BD79F30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34">
              <a:extLst>
                <a:ext uri="{FF2B5EF4-FFF2-40B4-BE49-F238E27FC236}">
                  <a16:creationId xmlns:a16="http://schemas.microsoft.com/office/drawing/2014/main" id="{7D3CC3E5-90A5-00BF-FE98-C369B3EEBDAA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6" name="文本框 9">
            <a:extLst>
              <a:ext uri="{FF2B5EF4-FFF2-40B4-BE49-F238E27FC236}">
                <a16:creationId xmlns:a16="http://schemas.microsoft.com/office/drawing/2014/main" id="{90DE06C1-86F5-06CA-5262-3E44CFA4A6A3}"/>
              </a:ext>
            </a:extLst>
          </p:cNvPr>
          <p:cNvSpPr txBox="1"/>
          <p:nvPr/>
        </p:nvSpPr>
        <p:spPr>
          <a:xfrm>
            <a:off x="952610" y="1149007"/>
            <a:ext cx="1426994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b="1" dirty="0">
                <a:solidFill>
                  <a:srgbClr val="005463"/>
                </a:solidFill>
                <a:latin typeface="TP-Link Aktiv"/>
                <a:ea typeface="微软雅黑"/>
              </a:rPr>
              <a:t>Cámaras IP</a:t>
            </a:r>
            <a:endParaRPr kumimoji="1" lang="es-PE" b="1" noProof="0" dirty="0">
              <a:solidFill>
                <a:srgbClr val="005463"/>
              </a:solidFill>
              <a:latin typeface="TP-Link Aktiv"/>
              <a:ea typeface="微软雅黑"/>
            </a:endParaRPr>
          </a:p>
        </p:txBody>
      </p:sp>
      <p:sp>
        <p:nvSpPr>
          <p:cNvPr id="86" name="文本框 9">
            <a:extLst>
              <a:ext uri="{FF2B5EF4-FFF2-40B4-BE49-F238E27FC236}">
                <a16:creationId xmlns:a16="http://schemas.microsoft.com/office/drawing/2014/main" id="{79B7625E-E1D5-A014-C94D-7AF2162796EA}"/>
              </a:ext>
            </a:extLst>
          </p:cNvPr>
          <p:cNvSpPr txBox="1"/>
          <p:nvPr/>
        </p:nvSpPr>
        <p:spPr>
          <a:xfrm>
            <a:off x="3548781" y="1149007"/>
            <a:ext cx="766557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NVRs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9FE72A5E-72EA-1854-4559-F3B3999E3E48}"/>
              </a:ext>
            </a:extLst>
          </p:cNvPr>
          <p:cNvSpPr txBox="1"/>
          <p:nvPr/>
        </p:nvSpPr>
        <p:spPr>
          <a:xfrm>
            <a:off x="5063937" y="1024357"/>
            <a:ext cx="1940911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Sistemas de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 E° Solar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D6A14402-1C0E-724B-BB46-16B0EA416CD6}"/>
              </a:ext>
            </a:extLst>
          </p:cNvPr>
          <p:cNvSpPr txBox="1"/>
          <p:nvPr/>
        </p:nvSpPr>
        <p:spPr>
          <a:xfrm>
            <a:off x="7530441" y="1142203"/>
            <a:ext cx="1383712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Accesorios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07B3E3DD-CB9E-E700-7681-5EBE16C90959}"/>
              </a:ext>
            </a:extLst>
          </p:cNvPr>
          <p:cNvSpPr txBox="1"/>
          <p:nvPr/>
        </p:nvSpPr>
        <p:spPr>
          <a:xfrm>
            <a:off x="9718298" y="1156904"/>
            <a:ext cx="1260281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Softwares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01D282DB-F4E5-19C8-29C3-5532FC9829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12" b="23128"/>
          <a:stretch>
            <a:fillRect/>
          </a:stretch>
        </p:blipFill>
        <p:spPr>
          <a:xfrm>
            <a:off x="1100228" y="3209505"/>
            <a:ext cx="3962985" cy="2193895"/>
          </a:xfrm>
          <a:prstGeom prst="rect">
            <a:avLst/>
          </a:prstGeom>
        </p:spPr>
      </p:pic>
      <p:sp>
        <p:nvSpPr>
          <p:cNvPr id="7" name="文本框 21">
            <a:extLst>
              <a:ext uri="{FF2B5EF4-FFF2-40B4-BE49-F238E27FC236}">
                <a16:creationId xmlns:a16="http://schemas.microsoft.com/office/drawing/2014/main" id="{3CD4B2F3-4330-1929-4AD9-B3357723F4F3}"/>
              </a:ext>
            </a:extLst>
          </p:cNvPr>
          <p:cNvSpPr txBox="1"/>
          <p:nvPr/>
        </p:nvSpPr>
        <p:spPr>
          <a:xfrm>
            <a:off x="5297960" y="1860003"/>
            <a:ext cx="2928379" cy="366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Tipos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182563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Domo, Bullet, Turret, PT, </a:t>
            </a:r>
            <a:r>
              <a:rPr lang="es-PE" noProof="0" dirty="0" err="1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Fisheye</a:t>
            </a: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182563" defTabSz="457200">
              <a:lnSpc>
                <a:spcPct val="130000"/>
              </a:lnSpc>
            </a:pP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171450" indent="-1714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Resoluciones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182563" defTabSz="457200">
              <a:lnSpc>
                <a:spcPct val="130000"/>
              </a:lnSpc>
            </a:pPr>
            <a:r>
              <a:rPr lang="es-PE" b="1" u="sng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2MP</a:t>
            </a:r>
            <a:r>
              <a:rPr lang="es-PE" b="1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, 3MP, </a:t>
            </a:r>
            <a:r>
              <a:rPr lang="es-PE" b="1" u="sng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4MP</a:t>
            </a:r>
            <a:r>
              <a:rPr lang="es-PE" b="1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, </a:t>
            </a:r>
            <a:r>
              <a:rPr lang="es-PE" b="1" u="sng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5MP</a:t>
            </a:r>
            <a:r>
              <a:rPr lang="es-PE" b="1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, </a:t>
            </a:r>
            <a:r>
              <a:rPr lang="es-PE" u="sng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8MP</a:t>
            </a:r>
          </a:p>
          <a:p>
            <a:pPr defTabSz="457200">
              <a:lnSpc>
                <a:spcPct val="130000"/>
              </a:lnSpc>
            </a:pPr>
            <a:endParaRPr lang="es-PE" b="1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171450" indent="-1714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Visión Nocturna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182563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ColorPro, Full-Color, IR</a:t>
            </a:r>
          </a:p>
        </p:txBody>
      </p:sp>
      <p:sp>
        <p:nvSpPr>
          <p:cNvPr id="8" name="文本框 21">
            <a:extLst>
              <a:ext uri="{FF2B5EF4-FFF2-40B4-BE49-F238E27FC236}">
                <a16:creationId xmlns:a16="http://schemas.microsoft.com/office/drawing/2014/main" id="{3759DF87-52F8-53E1-4E01-486D5AB8073A}"/>
              </a:ext>
            </a:extLst>
          </p:cNvPr>
          <p:cNvSpPr txBox="1"/>
          <p:nvPr/>
        </p:nvSpPr>
        <p:spPr>
          <a:xfrm>
            <a:off x="8247484" y="1860003"/>
            <a:ext cx="3368674" cy="4025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Métodos de Transmisión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182563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Cableado, Wi-Fi, 4G</a:t>
            </a:r>
          </a:p>
          <a:p>
            <a:pPr marL="182563" defTabSz="457200">
              <a:lnSpc>
                <a:spcPct val="130000"/>
              </a:lnSpc>
            </a:pP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171450" indent="-1714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Codificación: </a:t>
            </a:r>
          </a:p>
          <a:p>
            <a:pPr marL="182563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H.264, H.265,                         H.264+, H.265+</a:t>
            </a:r>
          </a:p>
          <a:p>
            <a:pPr defTabSz="457200">
              <a:lnSpc>
                <a:spcPct val="130000"/>
              </a:lnSpc>
            </a:pPr>
            <a:endParaRPr lang="es-PE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b="1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Integración</a:t>
            </a: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: </a:t>
            </a:r>
          </a:p>
          <a:p>
            <a:pPr marL="182563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PE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Onvif</a:t>
            </a:r>
            <a:endParaRPr kumimoji="0" lang="es-PE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P-Link Aktiv"/>
              <a:ea typeface="微软雅黑"/>
              <a:cs typeface="+mn-cs"/>
              <a:sym typeface="+mn-lt"/>
            </a:endParaRPr>
          </a:p>
          <a:p>
            <a:pPr marL="182563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Eventos</a:t>
            </a:r>
          </a:p>
          <a:p>
            <a:pPr marL="182563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(2 Bas. | 10 Intel. | 4 </a:t>
            </a:r>
            <a:r>
              <a:rPr kumimoji="0" lang="es-PE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Sup</a:t>
            </a: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cs"/>
                <a:sym typeface="+mn-lt"/>
              </a:rPr>
              <a:t>.)</a:t>
            </a:r>
          </a:p>
        </p:txBody>
      </p:sp>
      <p:pic>
        <p:nvPicPr>
          <p:cNvPr id="10" name="图片 2">
            <a:extLst>
              <a:ext uri="{FF2B5EF4-FFF2-40B4-BE49-F238E27FC236}">
                <a16:creationId xmlns:a16="http://schemas.microsoft.com/office/drawing/2014/main" id="{1DBB6C23-813A-A498-0AA9-9B06AA121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1665"/>
            <a:ext cx="2943213" cy="457200"/>
          </a:xfrm>
          <a:prstGeom prst="rect">
            <a:avLst/>
          </a:prstGeom>
        </p:spPr>
      </p:pic>
      <p:sp>
        <p:nvSpPr>
          <p:cNvPr id="12" name="文本框 9">
            <a:extLst>
              <a:ext uri="{FF2B5EF4-FFF2-40B4-BE49-F238E27FC236}">
                <a16:creationId xmlns:a16="http://schemas.microsoft.com/office/drawing/2014/main" id="{400B4FA1-0CAE-3A5A-9254-9D3FCB27E3AA}"/>
              </a:ext>
            </a:extLst>
          </p:cNvPr>
          <p:cNvSpPr txBox="1"/>
          <p:nvPr/>
        </p:nvSpPr>
        <p:spPr>
          <a:xfrm>
            <a:off x="398168" y="345562"/>
            <a:ext cx="1409361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ES" sz="2000" b="1" dirty="0">
                <a:solidFill>
                  <a:schemeClr val="bg1"/>
                </a:solidFill>
                <a:latin typeface="TP-Link Aktiv"/>
                <a:ea typeface="微软雅黑"/>
              </a:rPr>
              <a:t>Portafolio</a:t>
            </a:r>
            <a:endParaRPr kumimoji="1" lang="es-PE" sz="2000" b="1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13" name="图片 37">
            <a:extLst>
              <a:ext uri="{FF2B5EF4-FFF2-40B4-BE49-F238E27FC236}">
                <a16:creationId xmlns:a16="http://schemas.microsoft.com/office/drawing/2014/main" id="{4AB0A906-7E5A-7313-A3AF-DB6C94BBAE9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33444B"/>
              </a:clrFrom>
              <a:clrTo>
                <a:srgbClr val="33444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96" y="-14842"/>
            <a:ext cx="947179" cy="858633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AAA364A-0EB6-3463-E1A9-6468D426AEDC}"/>
              </a:ext>
            </a:extLst>
          </p:cNvPr>
          <p:cNvSpPr/>
          <p:nvPr/>
        </p:nvSpPr>
        <p:spPr>
          <a:xfrm>
            <a:off x="1399438" y="2282023"/>
            <a:ext cx="1539433" cy="497711"/>
          </a:xfrm>
          <a:prstGeom prst="roundRect">
            <a:avLst/>
          </a:prstGeom>
          <a:solidFill>
            <a:srgbClr val="004D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200" b="1" dirty="0"/>
              <a:t>Easy</a:t>
            </a:r>
            <a:r>
              <a:rPr lang="es-PE" sz="2200" b="1" dirty="0">
                <a:solidFill>
                  <a:srgbClr val="FFFF00"/>
                </a:solidFill>
              </a:rPr>
              <a:t>C</a:t>
            </a:r>
            <a:r>
              <a:rPr lang="es-PE" sz="2200" b="1" dirty="0"/>
              <a:t>am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FB81479-77AF-A2A2-999D-96A91F1DC6EF}"/>
              </a:ext>
            </a:extLst>
          </p:cNvPr>
          <p:cNvSpPr/>
          <p:nvPr/>
        </p:nvSpPr>
        <p:spPr>
          <a:xfrm>
            <a:off x="3289033" y="2276287"/>
            <a:ext cx="1539433" cy="497711"/>
          </a:xfrm>
          <a:prstGeom prst="roundRect">
            <a:avLst/>
          </a:prstGeom>
          <a:solidFill>
            <a:srgbClr val="004D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200" b="1" dirty="0"/>
              <a:t>In</a:t>
            </a:r>
            <a:r>
              <a:rPr lang="es-PE" sz="2200" b="1" dirty="0">
                <a:solidFill>
                  <a:srgbClr val="FFFF00"/>
                </a:solidFill>
              </a:rPr>
              <a:t>S</a:t>
            </a:r>
            <a:r>
              <a:rPr lang="es-PE" sz="2200" b="1" dirty="0"/>
              <a:t>ight</a:t>
            </a:r>
          </a:p>
        </p:txBody>
      </p:sp>
    </p:spTree>
    <p:extLst>
      <p:ext uri="{BB962C8B-B14F-4D97-AF65-F5344CB8AC3E}">
        <p14:creationId xmlns:p14="http://schemas.microsoft.com/office/powerpoint/2010/main" val="397516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04C7-1BC8-E31C-BE2F-CF372D33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upo 58">
            <a:extLst>
              <a:ext uri="{FF2B5EF4-FFF2-40B4-BE49-F238E27FC236}">
                <a16:creationId xmlns:a16="http://schemas.microsoft.com/office/drawing/2014/main" id="{68CB1542-B22D-FA22-8C5D-13199F242299}"/>
              </a:ext>
            </a:extLst>
          </p:cNvPr>
          <p:cNvGrpSpPr/>
          <p:nvPr/>
        </p:nvGrpSpPr>
        <p:grpSpPr>
          <a:xfrm>
            <a:off x="492156" y="905851"/>
            <a:ext cx="2535067" cy="826824"/>
            <a:chOff x="3672581" y="764448"/>
            <a:chExt cx="2535067" cy="826824"/>
          </a:xfrm>
        </p:grpSpPr>
        <p:sp>
          <p:nvSpPr>
            <p:cNvPr id="41" name="object 33">
              <a:extLst>
                <a:ext uri="{FF2B5EF4-FFF2-40B4-BE49-F238E27FC236}">
                  <a16:creationId xmlns:a16="http://schemas.microsoft.com/office/drawing/2014/main" id="{2F28D11D-F3CC-D820-1F5D-CCF7C8786958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34">
              <a:extLst>
                <a:ext uri="{FF2B5EF4-FFF2-40B4-BE49-F238E27FC236}">
                  <a16:creationId xmlns:a16="http://schemas.microsoft.com/office/drawing/2014/main" id="{71F9062B-83A6-F5A9-FB71-26148DDA4689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4" name="object 36">
            <a:extLst>
              <a:ext uri="{FF2B5EF4-FFF2-40B4-BE49-F238E27FC236}">
                <a16:creationId xmlns:a16="http://schemas.microsoft.com/office/drawing/2014/main" id="{30899DE2-2653-BBE9-6D6D-F1D9CD5F8636}"/>
              </a:ext>
            </a:extLst>
          </p:cNvPr>
          <p:cNvSpPr/>
          <p:nvPr/>
        </p:nvSpPr>
        <p:spPr>
          <a:xfrm>
            <a:off x="893588" y="1733231"/>
            <a:ext cx="10707242" cy="4248112"/>
          </a:xfrm>
          <a:prstGeom prst="rect">
            <a:avLst/>
          </a:prstGeom>
          <a:blipFill>
            <a:blip r:embed="rId4" cstate="print"/>
            <a:stretch>
              <a:fillRect l="-1" r="-128103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71A6AAF5-4FB7-8725-231B-19DF2BEA501E}"/>
              </a:ext>
            </a:extLst>
          </p:cNvPr>
          <p:cNvGrpSpPr/>
          <p:nvPr/>
        </p:nvGrpSpPr>
        <p:grpSpPr>
          <a:xfrm>
            <a:off x="4811953" y="911885"/>
            <a:ext cx="2535067" cy="826824"/>
            <a:chOff x="3672581" y="764448"/>
            <a:chExt cx="2535067" cy="826824"/>
          </a:xfrm>
        </p:grpSpPr>
        <p:sp>
          <p:nvSpPr>
            <p:cNvPr id="65" name="object 33">
              <a:extLst>
                <a:ext uri="{FF2B5EF4-FFF2-40B4-BE49-F238E27FC236}">
                  <a16:creationId xmlns:a16="http://schemas.microsoft.com/office/drawing/2014/main" id="{EF67F07C-70B0-4822-05A9-9770AFC146E8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34">
              <a:extLst>
                <a:ext uri="{FF2B5EF4-FFF2-40B4-BE49-F238E27FC236}">
                  <a16:creationId xmlns:a16="http://schemas.microsoft.com/office/drawing/2014/main" id="{D1F5C5A1-F2DF-6324-B0E4-8947CCDD0A8C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38C21BB7-0B49-A969-DA11-B39FF4E9C056}"/>
              </a:ext>
            </a:extLst>
          </p:cNvPr>
          <p:cNvGrpSpPr/>
          <p:nvPr/>
        </p:nvGrpSpPr>
        <p:grpSpPr>
          <a:xfrm>
            <a:off x="6938406" y="912947"/>
            <a:ext cx="2535067" cy="826824"/>
            <a:chOff x="3672581" y="764448"/>
            <a:chExt cx="2535067" cy="826824"/>
          </a:xfrm>
        </p:grpSpPr>
        <p:sp>
          <p:nvSpPr>
            <p:cNvPr id="68" name="object 33">
              <a:extLst>
                <a:ext uri="{FF2B5EF4-FFF2-40B4-BE49-F238E27FC236}">
                  <a16:creationId xmlns:a16="http://schemas.microsoft.com/office/drawing/2014/main" id="{E923FC69-3F62-D14F-5917-859B1848FC2E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34">
              <a:extLst>
                <a:ext uri="{FF2B5EF4-FFF2-40B4-BE49-F238E27FC236}">
                  <a16:creationId xmlns:a16="http://schemas.microsoft.com/office/drawing/2014/main" id="{4EBF23A0-C670-B3F5-00B2-065885C6B60D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D7433B09-CD52-1BDD-DB10-95944D0F793E}"/>
              </a:ext>
            </a:extLst>
          </p:cNvPr>
          <p:cNvGrpSpPr/>
          <p:nvPr/>
        </p:nvGrpSpPr>
        <p:grpSpPr>
          <a:xfrm>
            <a:off x="9066075" y="912866"/>
            <a:ext cx="2535067" cy="826824"/>
            <a:chOff x="3672581" y="764448"/>
            <a:chExt cx="2535067" cy="826824"/>
          </a:xfrm>
        </p:grpSpPr>
        <p:sp>
          <p:nvSpPr>
            <p:cNvPr id="71" name="object 33">
              <a:extLst>
                <a:ext uri="{FF2B5EF4-FFF2-40B4-BE49-F238E27FC236}">
                  <a16:creationId xmlns:a16="http://schemas.microsoft.com/office/drawing/2014/main" id="{C963DFD4-862C-D717-71F4-917A11B98CBC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34">
              <a:extLst>
                <a:ext uri="{FF2B5EF4-FFF2-40B4-BE49-F238E27FC236}">
                  <a16:creationId xmlns:a16="http://schemas.microsoft.com/office/drawing/2014/main" id="{EBB954D9-E66C-0C4A-2F0D-02A60C6FC7E9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B301C8D6-829B-F0D7-9DC0-EB9F5988D5D6}"/>
              </a:ext>
            </a:extLst>
          </p:cNvPr>
          <p:cNvGrpSpPr/>
          <p:nvPr/>
        </p:nvGrpSpPr>
        <p:grpSpPr>
          <a:xfrm>
            <a:off x="2602096" y="904596"/>
            <a:ext cx="2626900" cy="827243"/>
            <a:chOff x="-178122" y="791247"/>
            <a:chExt cx="2626900" cy="827243"/>
          </a:xfrm>
        </p:grpSpPr>
        <p:sp>
          <p:nvSpPr>
            <p:cNvPr id="31" name="object 23">
              <a:extLst>
                <a:ext uri="{FF2B5EF4-FFF2-40B4-BE49-F238E27FC236}">
                  <a16:creationId xmlns:a16="http://schemas.microsoft.com/office/drawing/2014/main" id="{6446D7E5-7DE8-E13A-4EC5-27E4EF4AFA30}"/>
                </a:ext>
              </a:extLst>
            </p:cNvPr>
            <p:cNvSpPr/>
            <p:nvPr/>
          </p:nvSpPr>
          <p:spPr>
            <a:xfrm>
              <a:off x="-176639" y="792647"/>
              <a:ext cx="2625417" cy="825843"/>
            </a:xfrm>
            <a:custGeom>
              <a:avLst/>
              <a:gdLst/>
              <a:ahLst/>
              <a:cxnLst/>
              <a:rect l="l" t="t" r="r" b="b"/>
              <a:pathLst>
                <a:path w="3403939" h="1195356">
                  <a:moveTo>
                    <a:pt x="16817" y="195700"/>
                  </a:moveTo>
                  <a:lnTo>
                    <a:pt x="541094" y="1195356"/>
                  </a:lnTo>
                  <a:lnTo>
                    <a:pt x="3403939" y="1195356"/>
                  </a:lnTo>
                  <a:lnTo>
                    <a:pt x="2814847" y="72144"/>
                  </a:lnTo>
                  <a:lnTo>
                    <a:pt x="2789864" y="36858"/>
                  </a:lnTo>
                  <a:lnTo>
                    <a:pt x="2758441" y="12639"/>
                  </a:lnTo>
                  <a:lnTo>
                    <a:pt x="2710143" y="3"/>
                  </a:lnTo>
                  <a:lnTo>
                    <a:pt x="97757" y="0"/>
                  </a:lnTo>
                  <a:lnTo>
                    <a:pt x="86269" y="824"/>
                  </a:lnTo>
                  <a:lnTo>
                    <a:pt x="45957" y="18842"/>
                  </a:lnTo>
                  <a:lnTo>
                    <a:pt x="16771" y="55338"/>
                  </a:lnTo>
                  <a:lnTo>
                    <a:pt x="1521" y="103540"/>
                  </a:lnTo>
                  <a:lnTo>
                    <a:pt x="0" y="129915"/>
                  </a:lnTo>
                  <a:lnTo>
                    <a:pt x="919" y="143302"/>
                  </a:lnTo>
                  <a:lnTo>
                    <a:pt x="3016" y="156679"/>
                  </a:lnTo>
                  <a:lnTo>
                    <a:pt x="6335" y="169942"/>
                  </a:lnTo>
                  <a:lnTo>
                    <a:pt x="10921" y="182984"/>
                  </a:lnTo>
                  <a:lnTo>
                    <a:pt x="16817" y="19570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24">
              <a:extLst>
                <a:ext uri="{FF2B5EF4-FFF2-40B4-BE49-F238E27FC236}">
                  <a16:creationId xmlns:a16="http://schemas.microsoft.com/office/drawing/2014/main" id="{72448AF5-125E-B03E-1A63-1330CA307083}"/>
                </a:ext>
              </a:extLst>
            </p:cNvPr>
            <p:cNvSpPr/>
            <p:nvPr/>
          </p:nvSpPr>
          <p:spPr>
            <a:xfrm>
              <a:off x="-178122" y="791247"/>
              <a:ext cx="2625852" cy="8259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" name="文本框 9">
            <a:extLst>
              <a:ext uri="{FF2B5EF4-FFF2-40B4-BE49-F238E27FC236}">
                <a16:creationId xmlns:a16="http://schemas.microsoft.com/office/drawing/2014/main" id="{F8B4E1D6-0FD2-A98D-0262-DB9C2E58EDF4}"/>
              </a:ext>
            </a:extLst>
          </p:cNvPr>
          <p:cNvSpPr txBox="1"/>
          <p:nvPr/>
        </p:nvSpPr>
        <p:spPr>
          <a:xfrm>
            <a:off x="936097" y="1154970"/>
            <a:ext cx="1426994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Cámaras IP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69161149-BB61-AF5D-7688-A94AD337F441}"/>
              </a:ext>
            </a:extLst>
          </p:cNvPr>
          <p:cNvSpPr txBox="1"/>
          <p:nvPr/>
        </p:nvSpPr>
        <p:spPr>
          <a:xfrm>
            <a:off x="3522650" y="1154970"/>
            <a:ext cx="785793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b="1" dirty="0">
                <a:solidFill>
                  <a:srgbClr val="005463"/>
                </a:solidFill>
                <a:latin typeface="TP-Link Aktiv"/>
                <a:ea typeface="微软雅黑"/>
              </a:rPr>
              <a:t>NVRs</a:t>
            </a: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03A7BD8F-705F-457C-A8E9-ADD5DA2B33F1}"/>
              </a:ext>
            </a:extLst>
          </p:cNvPr>
          <p:cNvSpPr txBox="1"/>
          <p:nvPr/>
        </p:nvSpPr>
        <p:spPr>
          <a:xfrm>
            <a:off x="5047424" y="1030320"/>
            <a:ext cx="1940911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Sistemas de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 E° Solar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85B993E7-F238-0FFE-3C72-6FDDC8F0070E}"/>
              </a:ext>
            </a:extLst>
          </p:cNvPr>
          <p:cNvSpPr txBox="1"/>
          <p:nvPr/>
        </p:nvSpPr>
        <p:spPr>
          <a:xfrm>
            <a:off x="7513928" y="1148166"/>
            <a:ext cx="1383712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Accesorios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5C4E0908-1E34-E02D-F3F4-CA5D68E1F9EC}"/>
              </a:ext>
            </a:extLst>
          </p:cNvPr>
          <p:cNvSpPr txBox="1"/>
          <p:nvPr/>
        </p:nvSpPr>
        <p:spPr>
          <a:xfrm>
            <a:off x="9701785" y="1162867"/>
            <a:ext cx="1260281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Softwares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8" name="图片 3">
            <a:extLst>
              <a:ext uri="{FF2B5EF4-FFF2-40B4-BE49-F238E27FC236}">
                <a16:creationId xmlns:a16="http://schemas.microsoft.com/office/drawing/2014/main" id="{7C0E5E73-8C84-BADE-5DBA-D9A7F352D3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9" b="20618"/>
          <a:stretch>
            <a:fillRect/>
          </a:stretch>
        </p:blipFill>
        <p:spPr>
          <a:xfrm>
            <a:off x="6844442" y="2222375"/>
            <a:ext cx="4106396" cy="2938652"/>
          </a:xfrm>
          <a:prstGeom prst="rect">
            <a:avLst/>
          </a:prstGeom>
        </p:spPr>
      </p:pic>
      <p:sp>
        <p:nvSpPr>
          <p:cNvPr id="9" name="文本框 22">
            <a:extLst>
              <a:ext uri="{FF2B5EF4-FFF2-40B4-BE49-F238E27FC236}">
                <a16:creationId xmlns:a16="http://schemas.microsoft.com/office/drawing/2014/main" id="{3D30B305-DE3A-9DC2-E018-8DB363F551D7}"/>
              </a:ext>
            </a:extLst>
          </p:cNvPr>
          <p:cNvSpPr txBox="1"/>
          <p:nvPr/>
        </p:nvSpPr>
        <p:spPr>
          <a:xfrm>
            <a:off x="1168074" y="2788729"/>
            <a:ext cx="3371476" cy="1864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N° Canales:</a:t>
            </a:r>
          </a:p>
          <a:p>
            <a:pPr marL="26987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4, 8, 16, 32, 64</a:t>
            </a:r>
          </a:p>
          <a:p>
            <a:pPr defTabSz="457200">
              <a:lnSpc>
                <a:spcPct val="130000"/>
              </a:lnSpc>
            </a:pPr>
            <a:endParaRPr lang="es-PE" b="1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Métodos de Transmisión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  <a:endParaRPr lang="es-PE" dirty="0">
              <a:solidFill>
                <a:srgbClr val="005463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6987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Cableado, Inalámbrico</a:t>
            </a:r>
          </a:p>
        </p:txBody>
      </p:sp>
      <p:sp>
        <p:nvSpPr>
          <p:cNvPr id="10" name="文本框 22">
            <a:extLst>
              <a:ext uri="{FF2B5EF4-FFF2-40B4-BE49-F238E27FC236}">
                <a16:creationId xmlns:a16="http://schemas.microsoft.com/office/drawing/2014/main" id="{DAE449C6-1084-7AF4-6126-52B6554B0C92}"/>
              </a:ext>
            </a:extLst>
          </p:cNvPr>
          <p:cNvSpPr txBox="1"/>
          <p:nvPr/>
        </p:nvSpPr>
        <p:spPr>
          <a:xfrm>
            <a:off x="4539549" y="2788729"/>
            <a:ext cx="2807158" cy="2584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Tipos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269875" defTabSz="457200">
              <a:lnSpc>
                <a:spcPct val="130000"/>
              </a:lnSpc>
            </a:pPr>
            <a:r>
              <a:rPr lang="es-PE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PoE (270m) 4, 8, 16 </a:t>
            </a:r>
          </a:p>
          <a:p>
            <a:pPr marL="269875" defTabSz="457200">
              <a:lnSpc>
                <a:spcPct val="130000"/>
              </a:lnSpc>
            </a:pPr>
            <a:r>
              <a:rPr lang="es-PE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No </a:t>
            </a:r>
            <a:r>
              <a:rPr lang="es-PE" dirty="0" err="1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PoE</a:t>
            </a:r>
            <a:r>
              <a:rPr lang="es-PE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 4, 8, 16, 32, 64</a:t>
            </a: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defTabSz="457200">
              <a:lnSpc>
                <a:spcPct val="130000"/>
              </a:lnSpc>
            </a:pP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b="1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Integración</a:t>
            </a: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:</a:t>
            </a:r>
          </a:p>
          <a:p>
            <a:pPr marL="269875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Onvif, RTSP</a:t>
            </a:r>
            <a:endParaRPr kumimoji="0" lang="es-PE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P-Link Aktiv"/>
              <a:ea typeface="微软雅黑"/>
              <a:cs typeface="+mn-ea"/>
              <a:sym typeface="+mn-lt"/>
            </a:endParaRPr>
          </a:p>
          <a:p>
            <a:pPr defTabSz="457200">
              <a:lnSpc>
                <a:spcPct val="130000"/>
              </a:lnSpc>
            </a:pP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890B20B-4AF6-6A25-B282-4289AA6F3AE1}"/>
              </a:ext>
            </a:extLst>
          </p:cNvPr>
          <p:cNvSpPr/>
          <p:nvPr/>
        </p:nvSpPr>
        <p:spPr>
          <a:xfrm>
            <a:off x="910413" y="5903190"/>
            <a:ext cx="10707242" cy="38358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7" name="图片 2">
            <a:extLst>
              <a:ext uri="{FF2B5EF4-FFF2-40B4-BE49-F238E27FC236}">
                <a16:creationId xmlns:a16="http://schemas.microsoft.com/office/drawing/2014/main" id="{5D9A70FD-3ED0-A1A6-FF6A-E776D7C4DD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81665"/>
            <a:ext cx="2943213" cy="457200"/>
          </a:xfrm>
          <a:prstGeom prst="rect">
            <a:avLst/>
          </a:prstGeom>
        </p:spPr>
      </p:pic>
      <p:sp>
        <p:nvSpPr>
          <p:cNvPr id="18" name="文本框 9">
            <a:extLst>
              <a:ext uri="{FF2B5EF4-FFF2-40B4-BE49-F238E27FC236}">
                <a16:creationId xmlns:a16="http://schemas.microsoft.com/office/drawing/2014/main" id="{5FDD8F5A-75E5-083A-843D-4A8368C1C6BD}"/>
              </a:ext>
            </a:extLst>
          </p:cNvPr>
          <p:cNvSpPr txBox="1"/>
          <p:nvPr/>
        </p:nvSpPr>
        <p:spPr>
          <a:xfrm>
            <a:off x="398168" y="345562"/>
            <a:ext cx="1409361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ES" sz="2000" b="1" dirty="0">
                <a:solidFill>
                  <a:schemeClr val="bg1"/>
                </a:solidFill>
                <a:latin typeface="TP-Link Aktiv"/>
                <a:ea typeface="微软雅黑"/>
              </a:rPr>
              <a:t>Portafolio</a:t>
            </a:r>
            <a:endParaRPr kumimoji="1" lang="es-PE" sz="2000" b="1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19" name="图片 37">
            <a:extLst>
              <a:ext uri="{FF2B5EF4-FFF2-40B4-BE49-F238E27FC236}">
                <a16:creationId xmlns:a16="http://schemas.microsoft.com/office/drawing/2014/main" id="{0FD3D018-99CD-7C66-8C29-788E4378494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33444B"/>
              </a:clrFrom>
              <a:clrTo>
                <a:srgbClr val="33444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96" y="-14842"/>
            <a:ext cx="947179" cy="85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8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C3D2-DC4A-1782-E933-01073933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CEA84CF5-CC92-C6C5-C5AD-0894E1DC31A0}"/>
              </a:ext>
            </a:extLst>
          </p:cNvPr>
          <p:cNvGrpSpPr/>
          <p:nvPr/>
        </p:nvGrpSpPr>
        <p:grpSpPr>
          <a:xfrm>
            <a:off x="492156" y="880451"/>
            <a:ext cx="2535067" cy="826824"/>
            <a:chOff x="3672581" y="764448"/>
            <a:chExt cx="2535067" cy="826824"/>
          </a:xfrm>
        </p:grpSpPr>
        <p:sp>
          <p:nvSpPr>
            <p:cNvPr id="9" name="object 33">
              <a:extLst>
                <a:ext uri="{FF2B5EF4-FFF2-40B4-BE49-F238E27FC236}">
                  <a16:creationId xmlns:a16="http://schemas.microsoft.com/office/drawing/2014/main" id="{92B307CE-A927-DAB2-7BB6-900495C7BBED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34">
              <a:extLst>
                <a:ext uri="{FF2B5EF4-FFF2-40B4-BE49-F238E27FC236}">
                  <a16:creationId xmlns:a16="http://schemas.microsoft.com/office/drawing/2014/main" id="{1438618E-BE26-1913-E3AA-4B3611BB5D98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5" name="object 36">
            <a:extLst>
              <a:ext uri="{FF2B5EF4-FFF2-40B4-BE49-F238E27FC236}">
                <a16:creationId xmlns:a16="http://schemas.microsoft.com/office/drawing/2014/main" id="{C0046C34-5E67-6C2C-3563-444BDAC15418}"/>
              </a:ext>
            </a:extLst>
          </p:cNvPr>
          <p:cNvSpPr/>
          <p:nvPr/>
        </p:nvSpPr>
        <p:spPr>
          <a:xfrm>
            <a:off x="893588" y="1707831"/>
            <a:ext cx="10707242" cy="4248112"/>
          </a:xfrm>
          <a:prstGeom prst="rect">
            <a:avLst/>
          </a:prstGeom>
          <a:blipFill>
            <a:blip r:embed="rId3" cstate="print"/>
            <a:stretch>
              <a:fillRect l="-1" r="-128103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329B2A6-1738-1AC6-01C8-BC6541570ACB}"/>
              </a:ext>
            </a:extLst>
          </p:cNvPr>
          <p:cNvGrpSpPr/>
          <p:nvPr/>
        </p:nvGrpSpPr>
        <p:grpSpPr>
          <a:xfrm>
            <a:off x="2617393" y="886485"/>
            <a:ext cx="2535067" cy="826824"/>
            <a:chOff x="3672581" y="764448"/>
            <a:chExt cx="2535067" cy="826824"/>
          </a:xfrm>
        </p:grpSpPr>
        <p:sp>
          <p:nvSpPr>
            <p:cNvPr id="17" name="object 33">
              <a:extLst>
                <a:ext uri="{FF2B5EF4-FFF2-40B4-BE49-F238E27FC236}">
                  <a16:creationId xmlns:a16="http://schemas.microsoft.com/office/drawing/2014/main" id="{9A4A9C75-179D-D547-D195-1A6E6E0452CF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34">
              <a:extLst>
                <a:ext uri="{FF2B5EF4-FFF2-40B4-BE49-F238E27FC236}">
                  <a16:creationId xmlns:a16="http://schemas.microsoft.com/office/drawing/2014/main" id="{272C812E-6800-0D81-477E-5AD6F4C52A97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F64D701-BCE1-7934-523B-3E74F94BF033}"/>
              </a:ext>
            </a:extLst>
          </p:cNvPr>
          <p:cNvGrpSpPr/>
          <p:nvPr/>
        </p:nvGrpSpPr>
        <p:grpSpPr>
          <a:xfrm>
            <a:off x="6938406" y="887547"/>
            <a:ext cx="2535067" cy="826824"/>
            <a:chOff x="3672581" y="764448"/>
            <a:chExt cx="2535067" cy="826824"/>
          </a:xfrm>
        </p:grpSpPr>
        <p:sp>
          <p:nvSpPr>
            <p:cNvPr id="23" name="object 33">
              <a:extLst>
                <a:ext uri="{FF2B5EF4-FFF2-40B4-BE49-F238E27FC236}">
                  <a16:creationId xmlns:a16="http://schemas.microsoft.com/office/drawing/2014/main" id="{AAA0EECD-C1D6-4E41-FD55-AE07A0FF8A36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34">
              <a:extLst>
                <a:ext uri="{FF2B5EF4-FFF2-40B4-BE49-F238E27FC236}">
                  <a16:creationId xmlns:a16="http://schemas.microsoft.com/office/drawing/2014/main" id="{D6CE71C1-AFAB-B22A-E582-8316FDAE4112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107709F-C147-1FD6-8E7D-6D72EA4DCB84}"/>
              </a:ext>
            </a:extLst>
          </p:cNvPr>
          <p:cNvGrpSpPr/>
          <p:nvPr/>
        </p:nvGrpSpPr>
        <p:grpSpPr>
          <a:xfrm>
            <a:off x="9066075" y="887466"/>
            <a:ext cx="2535067" cy="826824"/>
            <a:chOff x="3672581" y="764448"/>
            <a:chExt cx="2535067" cy="826824"/>
          </a:xfrm>
        </p:grpSpPr>
        <p:sp>
          <p:nvSpPr>
            <p:cNvPr id="26" name="object 33">
              <a:extLst>
                <a:ext uri="{FF2B5EF4-FFF2-40B4-BE49-F238E27FC236}">
                  <a16:creationId xmlns:a16="http://schemas.microsoft.com/office/drawing/2014/main" id="{E4132AE0-5EF6-545F-6388-E6B3DD210BBF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34">
              <a:extLst>
                <a:ext uri="{FF2B5EF4-FFF2-40B4-BE49-F238E27FC236}">
                  <a16:creationId xmlns:a16="http://schemas.microsoft.com/office/drawing/2014/main" id="{90321BE4-09C6-A419-1789-7B72BB5C044F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8" name="文本框 9">
            <a:extLst>
              <a:ext uri="{FF2B5EF4-FFF2-40B4-BE49-F238E27FC236}">
                <a16:creationId xmlns:a16="http://schemas.microsoft.com/office/drawing/2014/main" id="{F1D38FD3-3E62-7406-3786-B196F8B76947}"/>
              </a:ext>
            </a:extLst>
          </p:cNvPr>
          <p:cNvSpPr txBox="1"/>
          <p:nvPr/>
        </p:nvSpPr>
        <p:spPr>
          <a:xfrm>
            <a:off x="936097" y="1129570"/>
            <a:ext cx="1426994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Cámaras IP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04669B8-E22F-3B01-5CA2-F7B57696B954}"/>
              </a:ext>
            </a:extLst>
          </p:cNvPr>
          <p:cNvGrpSpPr/>
          <p:nvPr/>
        </p:nvGrpSpPr>
        <p:grpSpPr>
          <a:xfrm>
            <a:off x="4738741" y="877571"/>
            <a:ext cx="2626900" cy="827243"/>
            <a:chOff x="2602096" y="612496"/>
            <a:chExt cx="2626900" cy="827243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AEB70BED-A4DF-27E8-EC50-7B35A208D611}"/>
                </a:ext>
              </a:extLst>
            </p:cNvPr>
            <p:cNvGrpSpPr/>
            <p:nvPr/>
          </p:nvGrpSpPr>
          <p:grpSpPr>
            <a:xfrm>
              <a:off x="2602096" y="612496"/>
              <a:ext cx="2626900" cy="827243"/>
              <a:chOff x="-178122" y="791247"/>
              <a:chExt cx="2626900" cy="827243"/>
            </a:xfrm>
          </p:grpSpPr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562A3F8B-2E16-DC4E-92FD-1604A05CFB1F}"/>
                  </a:ext>
                </a:extLst>
              </p:cNvPr>
              <p:cNvSpPr/>
              <p:nvPr/>
            </p:nvSpPr>
            <p:spPr>
              <a:xfrm>
                <a:off x="-176639" y="792647"/>
                <a:ext cx="2625417" cy="825843"/>
              </a:xfrm>
              <a:custGeom>
                <a:avLst/>
                <a:gdLst/>
                <a:ahLst/>
                <a:cxnLst/>
                <a:rect l="l" t="t" r="r" b="b"/>
                <a:pathLst>
                  <a:path w="3403939" h="1195356">
                    <a:moveTo>
                      <a:pt x="16817" y="195700"/>
                    </a:moveTo>
                    <a:lnTo>
                      <a:pt x="541094" y="1195356"/>
                    </a:lnTo>
                    <a:lnTo>
                      <a:pt x="3403939" y="1195356"/>
                    </a:lnTo>
                    <a:lnTo>
                      <a:pt x="2814847" y="72144"/>
                    </a:lnTo>
                    <a:lnTo>
                      <a:pt x="2789864" y="36858"/>
                    </a:lnTo>
                    <a:lnTo>
                      <a:pt x="2758441" y="12639"/>
                    </a:lnTo>
                    <a:lnTo>
                      <a:pt x="2710143" y="3"/>
                    </a:lnTo>
                    <a:lnTo>
                      <a:pt x="97757" y="0"/>
                    </a:lnTo>
                    <a:lnTo>
                      <a:pt x="86269" y="824"/>
                    </a:lnTo>
                    <a:lnTo>
                      <a:pt x="45957" y="18842"/>
                    </a:lnTo>
                    <a:lnTo>
                      <a:pt x="16771" y="55338"/>
                    </a:lnTo>
                    <a:lnTo>
                      <a:pt x="1521" y="103540"/>
                    </a:lnTo>
                    <a:lnTo>
                      <a:pt x="0" y="129915"/>
                    </a:lnTo>
                    <a:lnTo>
                      <a:pt x="919" y="143302"/>
                    </a:lnTo>
                    <a:lnTo>
                      <a:pt x="3016" y="156679"/>
                    </a:lnTo>
                    <a:lnTo>
                      <a:pt x="6335" y="169942"/>
                    </a:lnTo>
                    <a:lnTo>
                      <a:pt x="10921" y="182984"/>
                    </a:lnTo>
                    <a:lnTo>
                      <a:pt x="16817" y="19570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EE76E4AC-EE62-BD88-0E1C-3CC738ADD6A0}"/>
                  </a:ext>
                </a:extLst>
              </p:cNvPr>
              <p:cNvSpPr/>
              <p:nvPr/>
            </p:nvSpPr>
            <p:spPr>
              <a:xfrm>
                <a:off x="-178122" y="791247"/>
                <a:ext cx="2625852" cy="82598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noAutofit/>
              </a:bodyPr>
              <a:lstStyle/>
              <a:p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3" name="文本框 9">
              <a:extLst>
                <a:ext uri="{FF2B5EF4-FFF2-40B4-BE49-F238E27FC236}">
                  <a16:creationId xmlns:a16="http://schemas.microsoft.com/office/drawing/2014/main" id="{CC9EBAA5-E3A3-2BAF-86E7-8751B278CF4F}"/>
                </a:ext>
              </a:extLst>
            </p:cNvPr>
            <p:cNvSpPr txBox="1"/>
            <p:nvPr/>
          </p:nvSpPr>
          <p:spPr>
            <a:xfrm>
              <a:off x="3150754" y="738221"/>
              <a:ext cx="1529586" cy="590931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ctr" defTabSz="685800">
                <a:lnSpc>
                  <a:spcPct val="90000"/>
                </a:lnSpc>
                <a:spcBef>
                  <a:spcPct val="0"/>
                </a:spcBef>
              </a:pPr>
              <a:r>
                <a:rPr kumimoji="1" lang="es-PE" b="1" dirty="0">
                  <a:solidFill>
                    <a:srgbClr val="005463"/>
                  </a:solidFill>
                  <a:latin typeface="TP-Link Aktiv"/>
                  <a:ea typeface="微软雅黑"/>
                </a:rPr>
                <a:t>Sistemas de</a:t>
              </a:r>
            </a:p>
            <a:p>
              <a:pPr algn="ctr" defTabSz="685800">
                <a:lnSpc>
                  <a:spcPct val="90000"/>
                </a:lnSpc>
                <a:spcBef>
                  <a:spcPct val="0"/>
                </a:spcBef>
              </a:pPr>
              <a:r>
                <a:rPr kumimoji="1" lang="es-PE" b="1" dirty="0">
                  <a:solidFill>
                    <a:srgbClr val="005463"/>
                  </a:solidFill>
                  <a:latin typeface="TP-Link Aktiv"/>
                  <a:ea typeface="微软雅黑"/>
                </a:rPr>
                <a:t> E° Solar</a:t>
              </a:r>
            </a:p>
          </p:txBody>
        </p:sp>
      </p:grpSp>
      <p:sp>
        <p:nvSpPr>
          <p:cNvPr id="36" name="文本框 9">
            <a:extLst>
              <a:ext uri="{FF2B5EF4-FFF2-40B4-BE49-F238E27FC236}">
                <a16:creationId xmlns:a16="http://schemas.microsoft.com/office/drawing/2014/main" id="{45005BA4-7AA5-1F7C-C354-2DD053F70C74}"/>
              </a:ext>
            </a:extLst>
          </p:cNvPr>
          <p:cNvSpPr txBox="1"/>
          <p:nvPr/>
        </p:nvSpPr>
        <p:spPr>
          <a:xfrm>
            <a:off x="2852864" y="1129569"/>
            <a:ext cx="1940911" cy="3416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NVRs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37" name="文本框 9">
            <a:extLst>
              <a:ext uri="{FF2B5EF4-FFF2-40B4-BE49-F238E27FC236}">
                <a16:creationId xmlns:a16="http://schemas.microsoft.com/office/drawing/2014/main" id="{CA84DA1E-0027-8E0C-8768-3487C44D101A}"/>
              </a:ext>
            </a:extLst>
          </p:cNvPr>
          <p:cNvSpPr txBox="1"/>
          <p:nvPr/>
        </p:nvSpPr>
        <p:spPr>
          <a:xfrm>
            <a:off x="7513928" y="1122766"/>
            <a:ext cx="1383712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Accesorios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38" name="文本框 9">
            <a:extLst>
              <a:ext uri="{FF2B5EF4-FFF2-40B4-BE49-F238E27FC236}">
                <a16:creationId xmlns:a16="http://schemas.microsoft.com/office/drawing/2014/main" id="{7A9DF627-9840-9602-85CD-6D3BDCA3C70E}"/>
              </a:ext>
            </a:extLst>
          </p:cNvPr>
          <p:cNvSpPr txBox="1"/>
          <p:nvPr/>
        </p:nvSpPr>
        <p:spPr>
          <a:xfrm>
            <a:off x="9701785" y="1137467"/>
            <a:ext cx="1260281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Softwares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39" name="图片 4">
            <a:extLst>
              <a:ext uri="{FF2B5EF4-FFF2-40B4-BE49-F238E27FC236}">
                <a16:creationId xmlns:a16="http://schemas.microsoft.com/office/drawing/2014/main" id="{809DC3E4-56C6-6D21-1B64-7C8617ACB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38" y="1932291"/>
            <a:ext cx="4200137" cy="3863742"/>
          </a:xfrm>
          <a:prstGeom prst="rect">
            <a:avLst/>
          </a:prstGeom>
        </p:spPr>
      </p:pic>
      <p:sp>
        <p:nvSpPr>
          <p:cNvPr id="40" name="文本框 24">
            <a:extLst>
              <a:ext uri="{FF2B5EF4-FFF2-40B4-BE49-F238E27FC236}">
                <a16:creationId xmlns:a16="http://schemas.microsoft.com/office/drawing/2014/main" id="{195FBBF1-4C80-C437-3F84-6422D15E10F4}"/>
              </a:ext>
            </a:extLst>
          </p:cNvPr>
          <p:cNvSpPr txBox="1"/>
          <p:nvPr/>
        </p:nvSpPr>
        <p:spPr>
          <a:xfrm>
            <a:off x="4699201" y="2507272"/>
            <a:ext cx="3442897" cy="294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Capacidad Batería Solar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26352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1/2/3* 31.2Ah Personalizado</a:t>
            </a: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</a:endParaRPr>
          </a:p>
          <a:p>
            <a:pPr defTabSz="457200">
              <a:lnSpc>
                <a:spcPct val="130000"/>
              </a:lnSpc>
            </a:pPr>
            <a:endParaRPr lang="es-PE" noProof="0" dirty="0">
              <a:solidFill>
                <a:srgbClr val="005463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Potencia Panel Solar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26352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</a:rPr>
              <a:t>60W, 90W</a:t>
            </a:r>
          </a:p>
          <a:p>
            <a:pPr marL="263525" defTabSz="457200">
              <a:lnSpc>
                <a:spcPct val="130000"/>
              </a:lnSpc>
            </a:pP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</a:endParaRPr>
          </a:p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Salidas de </a:t>
            </a:r>
            <a:r>
              <a:rPr lang="es-PE" b="1" dirty="0" err="1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E°</a:t>
            </a:r>
            <a:r>
              <a:rPr lang="es-PE" b="1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 </a:t>
            </a:r>
            <a:r>
              <a:rPr lang="es-PE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263525" defTabSz="457200">
              <a:lnSpc>
                <a:spcPct val="130000"/>
              </a:lnSpc>
            </a:pPr>
            <a:r>
              <a:rPr lang="es-PE" dirty="0">
                <a:solidFill>
                  <a:prstClr val="black"/>
                </a:solidFill>
                <a:latin typeface="TP-Link Aktiv"/>
                <a:ea typeface="微软雅黑"/>
                <a:cs typeface="+mn-ea"/>
              </a:rPr>
              <a:t>DC: 3 puertos</a:t>
            </a:r>
          </a:p>
        </p:txBody>
      </p:sp>
      <p:sp>
        <p:nvSpPr>
          <p:cNvPr id="43" name="文本框 24">
            <a:extLst>
              <a:ext uri="{FF2B5EF4-FFF2-40B4-BE49-F238E27FC236}">
                <a16:creationId xmlns:a16="http://schemas.microsoft.com/office/drawing/2014/main" id="{270632F4-D5DE-85FA-9055-81E523727554}"/>
              </a:ext>
            </a:extLst>
          </p:cNvPr>
          <p:cNvSpPr txBox="1"/>
          <p:nvPr/>
        </p:nvSpPr>
        <p:spPr>
          <a:xfrm>
            <a:off x="8132040" y="2563794"/>
            <a:ext cx="3139489" cy="222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b="1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Protección Polvo/Agua</a:t>
            </a: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263525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IP66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P-Link Aktiv"/>
              <a:ea typeface="微软雅黑"/>
              <a:cs typeface="+mn-ea"/>
              <a:sym typeface="+mn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Monitoreo</a:t>
            </a:r>
            <a:r>
              <a:rPr kumimoji="0" lang="es-PE" b="0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marL="263525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1*RJ45 | VIGI APP</a:t>
            </a:r>
          </a:p>
          <a:p>
            <a:pPr marL="263525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P-Link Aktiv"/>
              <a:ea typeface="微软雅黑"/>
              <a:cs typeface="+mn-ea"/>
              <a:sym typeface="+mn-lt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7743BDE0-6A62-0F62-5E15-82DD397C0065}"/>
              </a:ext>
            </a:extLst>
          </p:cNvPr>
          <p:cNvSpPr/>
          <p:nvPr/>
        </p:nvSpPr>
        <p:spPr>
          <a:xfrm>
            <a:off x="910413" y="5903190"/>
            <a:ext cx="10707242" cy="38358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46" name="图片 2">
            <a:extLst>
              <a:ext uri="{FF2B5EF4-FFF2-40B4-BE49-F238E27FC236}">
                <a16:creationId xmlns:a16="http://schemas.microsoft.com/office/drawing/2014/main" id="{E75254D9-B028-124D-F6A7-71B854964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1665"/>
            <a:ext cx="2943213" cy="457200"/>
          </a:xfrm>
          <a:prstGeom prst="rect">
            <a:avLst/>
          </a:prstGeom>
        </p:spPr>
      </p:pic>
      <p:sp>
        <p:nvSpPr>
          <p:cNvPr id="47" name="文本框 9">
            <a:extLst>
              <a:ext uri="{FF2B5EF4-FFF2-40B4-BE49-F238E27FC236}">
                <a16:creationId xmlns:a16="http://schemas.microsoft.com/office/drawing/2014/main" id="{3913FFC7-D3A7-1EEE-7A59-A0260D1A9262}"/>
              </a:ext>
            </a:extLst>
          </p:cNvPr>
          <p:cNvSpPr txBox="1"/>
          <p:nvPr/>
        </p:nvSpPr>
        <p:spPr>
          <a:xfrm>
            <a:off x="398168" y="345562"/>
            <a:ext cx="1409361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ES" sz="2000" b="1" dirty="0">
                <a:solidFill>
                  <a:schemeClr val="bg1"/>
                </a:solidFill>
                <a:latin typeface="TP-Link Aktiv"/>
                <a:ea typeface="微软雅黑"/>
              </a:rPr>
              <a:t>Portafolio</a:t>
            </a:r>
            <a:endParaRPr kumimoji="1" lang="es-PE" sz="2000" b="1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48" name="图片 37">
            <a:extLst>
              <a:ext uri="{FF2B5EF4-FFF2-40B4-BE49-F238E27FC236}">
                <a16:creationId xmlns:a16="http://schemas.microsoft.com/office/drawing/2014/main" id="{8F4BE288-DB6D-2FD7-2182-5474A65BB43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33444B"/>
              </a:clrFrom>
              <a:clrTo>
                <a:srgbClr val="33444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96" y="-14842"/>
            <a:ext cx="947179" cy="85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8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8B9D-5FC7-12CA-8256-9C7566A60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upo 58">
            <a:extLst>
              <a:ext uri="{FF2B5EF4-FFF2-40B4-BE49-F238E27FC236}">
                <a16:creationId xmlns:a16="http://schemas.microsoft.com/office/drawing/2014/main" id="{527B953F-4514-9A5B-67F8-C8818CB5945C}"/>
              </a:ext>
            </a:extLst>
          </p:cNvPr>
          <p:cNvGrpSpPr/>
          <p:nvPr/>
        </p:nvGrpSpPr>
        <p:grpSpPr>
          <a:xfrm>
            <a:off x="492156" y="880451"/>
            <a:ext cx="2535067" cy="826824"/>
            <a:chOff x="3672581" y="764448"/>
            <a:chExt cx="2535067" cy="826824"/>
          </a:xfrm>
        </p:grpSpPr>
        <p:sp>
          <p:nvSpPr>
            <p:cNvPr id="41" name="object 33">
              <a:extLst>
                <a:ext uri="{FF2B5EF4-FFF2-40B4-BE49-F238E27FC236}">
                  <a16:creationId xmlns:a16="http://schemas.microsoft.com/office/drawing/2014/main" id="{E250AECD-8FAB-7A64-1B68-639F7426A360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34">
              <a:extLst>
                <a:ext uri="{FF2B5EF4-FFF2-40B4-BE49-F238E27FC236}">
                  <a16:creationId xmlns:a16="http://schemas.microsoft.com/office/drawing/2014/main" id="{E3CA3AF8-2D37-5E1D-D6DD-275FD68AC249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4" name="object 36">
            <a:extLst>
              <a:ext uri="{FF2B5EF4-FFF2-40B4-BE49-F238E27FC236}">
                <a16:creationId xmlns:a16="http://schemas.microsoft.com/office/drawing/2014/main" id="{00ABE236-A53A-1244-720F-EF47C540E2FC}"/>
              </a:ext>
            </a:extLst>
          </p:cNvPr>
          <p:cNvSpPr/>
          <p:nvPr/>
        </p:nvSpPr>
        <p:spPr>
          <a:xfrm>
            <a:off x="893588" y="1707831"/>
            <a:ext cx="10707242" cy="4248112"/>
          </a:xfrm>
          <a:prstGeom prst="rect">
            <a:avLst/>
          </a:prstGeom>
          <a:blipFill>
            <a:blip r:embed="rId3" cstate="print"/>
            <a:stretch>
              <a:fillRect l="-1" r="-128103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FE328782-D4FB-95B5-B8C6-538B538E0F47}"/>
              </a:ext>
            </a:extLst>
          </p:cNvPr>
          <p:cNvGrpSpPr/>
          <p:nvPr/>
        </p:nvGrpSpPr>
        <p:grpSpPr>
          <a:xfrm>
            <a:off x="2617393" y="886485"/>
            <a:ext cx="2535067" cy="826824"/>
            <a:chOff x="3672581" y="764448"/>
            <a:chExt cx="2535067" cy="826824"/>
          </a:xfrm>
        </p:grpSpPr>
        <p:sp>
          <p:nvSpPr>
            <p:cNvPr id="65" name="object 33">
              <a:extLst>
                <a:ext uri="{FF2B5EF4-FFF2-40B4-BE49-F238E27FC236}">
                  <a16:creationId xmlns:a16="http://schemas.microsoft.com/office/drawing/2014/main" id="{50004B07-DFFA-044C-B560-0ED0F0840D3C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34">
              <a:extLst>
                <a:ext uri="{FF2B5EF4-FFF2-40B4-BE49-F238E27FC236}">
                  <a16:creationId xmlns:a16="http://schemas.microsoft.com/office/drawing/2014/main" id="{BC00F03D-9D85-A9AA-D830-2C10C2B40EF0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E25BAB46-ADAB-D997-A5FB-1653CF6DDE54}"/>
              </a:ext>
            </a:extLst>
          </p:cNvPr>
          <p:cNvGrpSpPr/>
          <p:nvPr/>
        </p:nvGrpSpPr>
        <p:grpSpPr>
          <a:xfrm>
            <a:off x="4737063" y="887547"/>
            <a:ext cx="2535067" cy="826824"/>
            <a:chOff x="3672581" y="764448"/>
            <a:chExt cx="2535067" cy="826824"/>
          </a:xfrm>
        </p:grpSpPr>
        <p:sp>
          <p:nvSpPr>
            <p:cNvPr id="68" name="object 33">
              <a:extLst>
                <a:ext uri="{FF2B5EF4-FFF2-40B4-BE49-F238E27FC236}">
                  <a16:creationId xmlns:a16="http://schemas.microsoft.com/office/drawing/2014/main" id="{5253452E-A3E7-998A-5B4F-2A1A774D3787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34">
              <a:extLst>
                <a:ext uri="{FF2B5EF4-FFF2-40B4-BE49-F238E27FC236}">
                  <a16:creationId xmlns:a16="http://schemas.microsoft.com/office/drawing/2014/main" id="{EB5887CB-5D26-6785-D393-BBB46FC4C994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5DAA37F-9110-DEB7-2E95-8D05C022BAF3}"/>
              </a:ext>
            </a:extLst>
          </p:cNvPr>
          <p:cNvGrpSpPr/>
          <p:nvPr/>
        </p:nvGrpSpPr>
        <p:grpSpPr>
          <a:xfrm>
            <a:off x="9066075" y="887466"/>
            <a:ext cx="2535067" cy="826824"/>
            <a:chOff x="3672581" y="764448"/>
            <a:chExt cx="2535067" cy="826824"/>
          </a:xfrm>
        </p:grpSpPr>
        <p:sp>
          <p:nvSpPr>
            <p:cNvPr id="71" name="object 33">
              <a:extLst>
                <a:ext uri="{FF2B5EF4-FFF2-40B4-BE49-F238E27FC236}">
                  <a16:creationId xmlns:a16="http://schemas.microsoft.com/office/drawing/2014/main" id="{926BA696-0456-498B-0C69-8FA750481EA8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34">
              <a:extLst>
                <a:ext uri="{FF2B5EF4-FFF2-40B4-BE49-F238E27FC236}">
                  <a16:creationId xmlns:a16="http://schemas.microsoft.com/office/drawing/2014/main" id="{F5272E74-B1E2-E4DF-D8C7-702B10E1F906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" name="文本框 9">
            <a:extLst>
              <a:ext uri="{FF2B5EF4-FFF2-40B4-BE49-F238E27FC236}">
                <a16:creationId xmlns:a16="http://schemas.microsoft.com/office/drawing/2014/main" id="{5AC25A09-7393-2D89-7BFA-7DEFD785605F}"/>
              </a:ext>
            </a:extLst>
          </p:cNvPr>
          <p:cNvSpPr txBox="1"/>
          <p:nvPr/>
        </p:nvSpPr>
        <p:spPr>
          <a:xfrm>
            <a:off x="936097" y="1129570"/>
            <a:ext cx="1426994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Cámaras IP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48B302D-F9FD-224D-C925-593B929F4C74}"/>
              </a:ext>
            </a:extLst>
          </p:cNvPr>
          <p:cNvGrpSpPr/>
          <p:nvPr/>
        </p:nvGrpSpPr>
        <p:grpSpPr>
          <a:xfrm>
            <a:off x="6876017" y="894661"/>
            <a:ext cx="2626900" cy="827243"/>
            <a:chOff x="2602096" y="612496"/>
            <a:chExt cx="2626900" cy="827243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FDB41A5A-016C-60B0-3A05-FE52F65F0E1B}"/>
                </a:ext>
              </a:extLst>
            </p:cNvPr>
            <p:cNvGrpSpPr/>
            <p:nvPr/>
          </p:nvGrpSpPr>
          <p:grpSpPr>
            <a:xfrm>
              <a:off x="2602096" y="612496"/>
              <a:ext cx="2626900" cy="827243"/>
              <a:chOff x="-178122" y="791247"/>
              <a:chExt cx="2626900" cy="827243"/>
            </a:xfrm>
          </p:grpSpPr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D612A05A-251B-BC8D-CAC0-82D4670D825F}"/>
                  </a:ext>
                </a:extLst>
              </p:cNvPr>
              <p:cNvSpPr/>
              <p:nvPr/>
            </p:nvSpPr>
            <p:spPr>
              <a:xfrm>
                <a:off x="-176639" y="792647"/>
                <a:ext cx="2625417" cy="825843"/>
              </a:xfrm>
              <a:custGeom>
                <a:avLst/>
                <a:gdLst/>
                <a:ahLst/>
                <a:cxnLst/>
                <a:rect l="l" t="t" r="r" b="b"/>
                <a:pathLst>
                  <a:path w="3403939" h="1195356">
                    <a:moveTo>
                      <a:pt x="16817" y="195700"/>
                    </a:moveTo>
                    <a:lnTo>
                      <a:pt x="541094" y="1195356"/>
                    </a:lnTo>
                    <a:lnTo>
                      <a:pt x="3403939" y="1195356"/>
                    </a:lnTo>
                    <a:lnTo>
                      <a:pt x="2814847" y="72144"/>
                    </a:lnTo>
                    <a:lnTo>
                      <a:pt x="2789864" y="36858"/>
                    </a:lnTo>
                    <a:lnTo>
                      <a:pt x="2758441" y="12639"/>
                    </a:lnTo>
                    <a:lnTo>
                      <a:pt x="2710143" y="3"/>
                    </a:lnTo>
                    <a:lnTo>
                      <a:pt x="97757" y="0"/>
                    </a:lnTo>
                    <a:lnTo>
                      <a:pt x="86269" y="824"/>
                    </a:lnTo>
                    <a:lnTo>
                      <a:pt x="45957" y="18842"/>
                    </a:lnTo>
                    <a:lnTo>
                      <a:pt x="16771" y="55338"/>
                    </a:lnTo>
                    <a:lnTo>
                      <a:pt x="1521" y="103540"/>
                    </a:lnTo>
                    <a:lnTo>
                      <a:pt x="0" y="129915"/>
                    </a:lnTo>
                    <a:lnTo>
                      <a:pt x="919" y="143302"/>
                    </a:lnTo>
                    <a:lnTo>
                      <a:pt x="3016" y="156679"/>
                    </a:lnTo>
                    <a:lnTo>
                      <a:pt x="6335" y="169942"/>
                    </a:lnTo>
                    <a:lnTo>
                      <a:pt x="10921" y="182984"/>
                    </a:lnTo>
                    <a:lnTo>
                      <a:pt x="16817" y="19570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2" name="object 24">
                <a:extLst>
                  <a:ext uri="{FF2B5EF4-FFF2-40B4-BE49-F238E27FC236}">
                    <a16:creationId xmlns:a16="http://schemas.microsoft.com/office/drawing/2014/main" id="{0CBED69B-1D98-9089-2A60-18CDE7D8A5E6}"/>
                  </a:ext>
                </a:extLst>
              </p:cNvPr>
              <p:cNvSpPr/>
              <p:nvPr/>
            </p:nvSpPr>
            <p:spPr>
              <a:xfrm>
                <a:off x="-178122" y="791247"/>
                <a:ext cx="2625852" cy="82598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noAutofit/>
              </a:bodyPr>
              <a:lstStyle/>
              <a:p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" name="文本框 9">
              <a:extLst>
                <a:ext uri="{FF2B5EF4-FFF2-40B4-BE49-F238E27FC236}">
                  <a16:creationId xmlns:a16="http://schemas.microsoft.com/office/drawing/2014/main" id="{3AF57D9B-048F-373C-883C-08DA58C42860}"/>
                </a:ext>
              </a:extLst>
            </p:cNvPr>
            <p:cNvSpPr txBox="1"/>
            <p:nvPr/>
          </p:nvSpPr>
          <p:spPr>
            <a:xfrm>
              <a:off x="3198044" y="862870"/>
              <a:ext cx="1435009" cy="3416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ctr" defTabSz="685800">
                <a:lnSpc>
                  <a:spcPct val="90000"/>
                </a:lnSpc>
                <a:spcBef>
                  <a:spcPct val="0"/>
                </a:spcBef>
              </a:pPr>
              <a:r>
                <a:rPr kumimoji="1" lang="es-PE" b="1" dirty="0">
                  <a:solidFill>
                    <a:srgbClr val="005463"/>
                  </a:solidFill>
                  <a:latin typeface="TP-Link Aktiv"/>
                  <a:ea typeface="微软雅黑"/>
                </a:rPr>
                <a:t>Accesorios</a:t>
              </a:r>
            </a:p>
          </p:txBody>
        </p:sp>
      </p:grpSp>
      <p:sp>
        <p:nvSpPr>
          <p:cNvPr id="5" name="文本框 9">
            <a:extLst>
              <a:ext uri="{FF2B5EF4-FFF2-40B4-BE49-F238E27FC236}">
                <a16:creationId xmlns:a16="http://schemas.microsoft.com/office/drawing/2014/main" id="{D3507C10-A91F-3795-C907-C793748C29D9}"/>
              </a:ext>
            </a:extLst>
          </p:cNvPr>
          <p:cNvSpPr txBox="1"/>
          <p:nvPr/>
        </p:nvSpPr>
        <p:spPr>
          <a:xfrm>
            <a:off x="2852864" y="1129569"/>
            <a:ext cx="1940911" cy="3416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NVRs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1E4143E1-CA21-4895-8FA9-8668AE2F0AAA}"/>
              </a:ext>
            </a:extLst>
          </p:cNvPr>
          <p:cNvSpPr txBox="1"/>
          <p:nvPr/>
        </p:nvSpPr>
        <p:spPr>
          <a:xfrm>
            <a:off x="5264495" y="998117"/>
            <a:ext cx="1479892" cy="5909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Sistemas de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 E° Solar</a:t>
            </a:r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5A1EC775-657E-288E-2F57-F4D93D71CD0E}"/>
              </a:ext>
            </a:extLst>
          </p:cNvPr>
          <p:cNvSpPr txBox="1"/>
          <p:nvPr/>
        </p:nvSpPr>
        <p:spPr>
          <a:xfrm>
            <a:off x="9701785" y="1137467"/>
            <a:ext cx="1260281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Softwares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8" name="图片 15">
            <a:extLst>
              <a:ext uri="{FF2B5EF4-FFF2-40B4-BE49-F238E27FC236}">
                <a16:creationId xmlns:a16="http://schemas.microsoft.com/office/drawing/2014/main" id="{4FBF7FEE-F2F8-09CF-8444-95CD5D0606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6" t="17430" r="15112" b="18358"/>
          <a:stretch>
            <a:fillRect/>
          </a:stretch>
        </p:blipFill>
        <p:spPr>
          <a:xfrm>
            <a:off x="7958982" y="3565798"/>
            <a:ext cx="2131803" cy="1994829"/>
          </a:xfrm>
          <a:prstGeom prst="rect">
            <a:avLst/>
          </a:prstGeom>
        </p:spPr>
      </p:pic>
      <p:sp>
        <p:nvSpPr>
          <p:cNvPr id="9" name="文本框 41">
            <a:extLst>
              <a:ext uri="{FF2B5EF4-FFF2-40B4-BE49-F238E27FC236}">
                <a16:creationId xmlns:a16="http://schemas.microsoft.com/office/drawing/2014/main" id="{86CA297E-C7B7-D0A4-AD0D-7D1CD78C069D}"/>
              </a:ext>
            </a:extLst>
          </p:cNvPr>
          <p:cNvSpPr txBox="1"/>
          <p:nvPr/>
        </p:nvSpPr>
        <p:spPr>
          <a:xfrm>
            <a:off x="1200271" y="2525079"/>
            <a:ext cx="3305185" cy="2584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Tipos: </a:t>
            </a:r>
          </a:p>
          <a:p>
            <a:pPr marL="26987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Caja de conexiones, Soportes de montaje</a:t>
            </a:r>
          </a:p>
          <a:p>
            <a:pPr defTabSz="457200">
              <a:lnSpc>
                <a:spcPct val="130000"/>
              </a:lnSpc>
            </a:pPr>
            <a:endParaRPr lang="es-PE" b="1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Compatibilidad Universal:</a:t>
            </a:r>
          </a:p>
          <a:p>
            <a:pPr marL="26987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Domo, Bullet, Turret, PT, Fisheye</a:t>
            </a:r>
          </a:p>
        </p:txBody>
      </p:sp>
      <p:sp>
        <p:nvSpPr>
          <p:cNvPr id="10" name="文本框 41">
            <a:extLst>
              <a:ext uri="{FF2B5EF4-FFF2-40B4-BE49-F238E27FC236}">
                <a16:creationId xmlns:a16="http://schemas.microsoft.com/office/drawing/2014/main" id="{AB956031-1095-F057-2D51-4218EB249410}"/>
              </a:ext>
            </a:extLst>
          </p:cNvPr>
          <p:cNvSpPr txBox="1"/>
          <p:nvPr/>
        </p:nvSpPr>
        <p:spPr>
          <a:xfrm>
            <a:off x="4626176" y="2525079"/>
            <a:ext cx="3599551" cy="222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Montaje:</a:t>
            </a:r>
          </a:p>
          <a:p>
            <a:pPr marL="26987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Pared/ Techo/ Poste</a:t>
            </a:r>
          </a:p>
          <a:p>
            <a:pPr marL="269875" defTabSz="457200">
              <a:lnSpc>
                <a:spcPct val="130000"/>
              </a:lnSpc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Interiores y Exteriores</a:t>
            </a:r>
          </a:p>
          <a:p>
            <a:pPr defTabSz="457200">
              <a:lnSpc>
                <a:spcPct val="130000"/>
              </a:lnSpc>
            </a:pPr>
            <a:endParaRPr lang="es-PE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Material</a:t>
            </a:r>
            <a:r>
              <a:rPr kumimoji="0" lang="es-PE" b="1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:</a:t>
            </a:r>
            <a:endParaRPr lang="es-PE" b="1" dirty="0">
              <a:solidFill>
                <a:srgbClr val="005463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69875" marR="0" lvl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PE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Aluminio Resistente</a:t>
            </a:r>
            <a:endParaRPr lang="es-PE" noProof="0" dirty="0">
              <a:solidFill>
                <a:srgbClr val="E7E6E6">
                  <a:lumMod val="25000"/>
                </a:srgbClr>
              </a:solidFill>
              <a:latin typeface="TP-Link Aktiv"/>
              <a:ea typeface="微软雅黑"/>
              <a:cs typeface="+mn-ea"/>
              <a:sym typeface="+mn-lt"/>
            </a:endParaRPr>
          </a:p>
        </p:txBody>
      </p:sp>
      <p:pic>
        <p:nvPicPr>
          <p:cNvPr id="11" name="Imagen 10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CFBD0D52-4A26-25A1-D579-98CA1C8FF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0091097" y="2065912"/>
            <a:ext cx="1082247" cy="3360524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3D1F669-E95F-9B79-DE39-0018617CD162}"/>
              </a:ext>
            </a:extLst>
          </p:cNvPr>
          <p:cNvSpPr/>
          <p:nvPr/>
        </p:nvSpPr>
        <p:spPr>
          <a:xfrm>
            <a:off x="910413" y="5903190"/>
            <a:ext cx="10707242" cy="38358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9" name="图片 2">
            <a:extLst>
              <a:ext uri="{FF2B5EF4-FFF2-40B4-BE49-F238E27FC236}">
                <a16:creationId xmlns:a16="http://schemas.microsoft.com/office/drawing/2014/main" id="{516648BC-3044-AE3C-4A89-44141D7349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81665"/>
            <a:ext cx="2943213" cy="457200"/>
          </a:xfrm>
          <a:prstGeom prst="rect">
            <a:avLst/>
          </a:prstGeom>
        </p:spPr>
      </p:pic>
      <p:sp>
        <p:nvSpPr>
          <p:cNvPr id="20" name="文本框 9">
            <a:extLst>
              <a:ext uri="{FF2B5EF4-FFF2-40B4-BE49-F238E27FC236}">
                <a16:creationId xmlns:a16="http://schemas.microsoft.com/office/drawing/2014/main" id="{8955EA03-3B42-A523-D6C9-51D4402B4A2F}"/>
              </a:ext>
            </a:extLst>
          </p:cNvPr>
          <p:cNvSpPr txBox="1"/>
          <p:nvPr/>
        </p:nvSpPr>
        <p:spPr>
          <a:xfrm>
            <a:off x="398168" y="345562"/>
            <a:ext cx="1409361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ES" sz="2000" b="1" dirty="0">
                <a:solidFill>
                  <a:schemeClr val="bg1"/>
                </a:solidFill>
                <a:latin typeface="TP-Link Aktiv"/>
                <a:ea typeface="微软雅黑"/>
              </a:rPr>
              <a:t>Portafolio</a:t>
            </a:r>
            <a:endParaRPr kumimoji="1" lang="es-PE" sz="2000" b="1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21" name="图片 37">
            <a:extLst>
              <a:ext uri="{FF2B5EF4-FFF2-40B4-BE49-F238E27FC236}">
                <a16:creationId xmlns:a16="http://schemas.microsoft.com/office/drawing/2014/main" id="{0919D909-BBB3-574E-09DC-5694DFE8053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33444B"/>
              </a:clrFrom>
              <a:clrTo>
                <a:srgbClr val="33444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96" y="-14842"/>
            <a:ext cx="947179" cy="85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13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C4FF-87D0-EF07-E9D9-4C08DE74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upo 58">
            <a:extLst>
              <a:ext uri="{FF2B5EF4-FFF2-40B4-BE49-F238E27FC236}">
                <a16:creationId xmlns:a16="http://schemas.microsoft.com/office/drawing/2014/main" id="{DC09B72C-0349-3C9F-B9AF-BA0E9199997D}"/>
              </a:ext>
            </a:extLst>
          </p:cNvPr>
          <p:cNvGrpSpPr/>
          <p:nvPr/>
        </p:nvGrpSpPr>
        <p:grpSpPr>
          <a:xfrm>
            <a:off x="492156" y="880451"/>
            <a:ext cx="2535067" cy="826824"/>
            <a:chOff x="3672581" y="764448"/>
            <a:chExt cx="2535067" cy="826824"/>
          </a:xfrm>
        </p:grpSpPr>
        <p:sp>
          <p:nvSpPr>
            <p:cNvPr id="41" name="object 33">
              <a:extLst>
                <a:ext uri="{FF2B5EF4-FFF2-40B4-BE49-F238E27FC236}">
                  <a16:creationId xmlns:a16="http://schemas.microsoft.com/office/drawing/2014/main" id="{CC18F315-9363-04D2-DB5B-303D714C0CF6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34">
              <a:extLst>
                <a:ext uri="{FF2B5EF4-FFF2-40B4-BE49-F238E27FC236}">
                  <a16:creationId xmlns:a16="http://schemas.microsoft.com/office/drawing/2014/main" id="{E4F98045-858F-3ABC-B067-B19384E8ABEC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4" name="object 36">
            <a:extLst>
              <a:ext uri="{FF2B5EF4-FFF2-40B4-BE49-F238E27FC236}">
                <a16:creationId xmlns:a16="http://schemas.microsoft.com/office/drawing/2014/main" id="{40DCB945-015B-254A-B62A-A9ACEAC8757E}"/>
              </a:ext>
            </a:extLst>
          </p:cNvPr>
          <p:cNvSpPr/>
          <p:nvPr/>
        </p:nvSpPr>
        <p:spPr>
          <a:xfrm>
            <a:off x="875163" y="1713309"/>
            <a:ext cx="10707242" cy="4248112"/>
          </a:xfrm>
          <a:prstGeom prst="rect">
            <a:avLst/>
          </a:prstGeom>
          <a:blipFill>
            <a:blip r:embed="rId3" cstate="print"/>
            <a:stretch>
              <a:fillRect l="-1" r="-128103"/>
            </a:stretch>
          </a:blip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96EA4794-2F44-A407-B854-7AD492E7F5D5}"/>
              </a:ext>
            </a:extLst>
          </p:cNvPr>
          <p:cNvGrpSpPr/>
          <p:nvPr/>
        </p:nvGrpSpPr>
        <p:grpSpPr>
          <a:xfrm>
            <a:off x="2617393" y="886485"/>
            <a:ext cx="2535067" cy="826824"/>
            <a:chOff x="3672581" y="764448"/>
            <a:chExt cx="2535067" cy="826824"/>
          </a:xfrm>
        </p:grpSpPr>
        <p:sp>
          <p:nvSpPr>
            <p:cNvPr id="65" name="object 33">
              <a:extLst>
                <a:ext uri="{FF2B5EF4-FFF2-40B4-BE49-F238E27FC236}">
                  <a16:creationId xmlns:a16="http://schemas.microsoft.com/office/drawing/2014/main" id="{1A50B9F9-47E1-B18D-9B27-E351C8E16106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34">
              <a:extLst>
                <a:ext uri="{FF2B5EF4-FFF2-40B4-BE49-F238E27FC236}">
                  <a16:creationId xmlns:a16="http://schemas.microsoft.com/office/drawing/2014/main" id="{A4E948D3-27C0-AEF3-D5C7-6A65D90F18D9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3E024240-FA3A-3C3C-DBA9-5BFA6BF75497}"/>
              </a:ext>
            </a:extLst>
          </p:cNvPr>
          <p:cNvGrpSpPr/>
          <p:nvPr/>
        </p:nvGrpSpPr>
        <p:grpSpPr>
          <a:xfrm>
            <a:off x="4737063" y="887547"/>
            <a:ext cx="2535067" cy="826824"/>
            <a:chOff x="3672581" y="764448"/>
            <a:chExt cx="2535067" cy="826824"/>
          </a:xfrm>
        </p:grpSpPr>
        <p:sp>
          <p:nvSpPr>
            <p:cNvPr id="68" name="object 33">
              <a:extLst>
                <a:ext uri="{FF2B5EF4-FFF2-40B4-BE49-F238E27FC236}">
                  <a16:creationId xmlns:a16="http://schemas.microsoft.com/office/drawing/2014/main" id="{E1BB66F0-1859-D375-71A2-250A67F83E97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34">
              <a:extLst>
                <a:ext uri="{FF2B5EF4-FFF2-40B4-BE49-F238E27FC236}">
                  <a16:creationId xmlns:a16="http://schemas.microsoft.com/office/drawing/2014/main" id="{FCE06CF4-BEBD-895E-EFE1-5F1441C44B4C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FD0D25C8-962C-8508-30D8-F5E4DF0E17BF}"/>
              </a:ext>
            </a:extLst>
          </p:cNvPr>
          <p:cNvGrpSpPr/>
          <p:nvPr/>
        </p:nvGrpSpPr>
        <p:grpSpPr>
          <a:xfrm>
            <a:off x="6856275" y="887466"/>
            <a:ext cx="2535067" cy="826824"/>
            <a:chOff x="3672581" y="764448"/>
            <a:chExt cx="2535067" cy="826824"/>
          </a:xfrm>
        </p:grpSpPr>
        <p:sp>
          <p:nvSpPr>
            <p:cNvPr id="71" name="object 33">
              <a:extLst>
                <a:ext uri="{FF2B5EF4-FFF2-40B4-BE49-F238E27FC236}">
                  <a16:creationId xmlns:a16="http://schemas.microsoft.com/office/drawing/2014/main" id="{06D4B167-ED58-C0D3-26A7-5A34A3408F60}"/>
                </a:ext>
              </a:extLst>
            </p:cNvPr>
            <p:cNvSpPr/>
            <p:nvPr/>
          </p:nvSpPr>
          <p:spPr>
            <a:xfrm>
              <a:off x="3673484" y="765429"/>
              <a:ext cx="2534164" cy="825843"/>
            </a:xfrm>
            <a:custGeom>
              <a:avLst/>
              <a:gdLst/>
              <a:ahLst/>
              <a:cxnLst/>
              <a:rect l="l" t="t" r="r" b="b"/>
              <a:pathLst>
                <a:path w="3285626" h="1195356">
                  <a:moveTo>
                    <a:pt x="16197" y="195700"/>
                  </a:moveTo>
                  <a:lnTo>
                    <a:pt x="522359" y="1195356"/>
                  </a:lnTo>
                  <a:lnTo>
                    <a:pt x="3285626" y="1195356"/>
                  </a:lnTo>
                  <a:lnTo>
                    <a:pt x="2716952" y="72144"/>
                  </a:lnTo>
                  <a:lnTo>
                    <a:pt x="2692181" y="36139"/>
                  </a:lnTo>
                  <a:lnTo>
                    <a:pt x="2660929" y="11776"/>
                  </a:lnTo>
                  <a:lnTo>
                    <a:pt x="2615070" y="0"/>
                  </a:lnTo>
                  <a:lnTo>
                    <a:pt x="94414" y="0"/>
                  </a:lnTo>
                  <a:lnTo>
                    <a:pt x="53238" y="12341"/>
                  </a:lnTo>
                  <a:lnTo>
                    <a:pt x="22115" y="44852"/>
                  </a:lnTo>
                  <a:lnTo>
                    <a:pt x="3757" y="90762"/>
                  </a:lnTo>
                  <a:lnTo>
                    <a:pt x="0" y="129915"/>
                  </a:lnTo>
                  <a:lnTo>
                    <a:pt x="880" y="143302"/>
                  </a:lnTo>
                  <a:lnTo>
                    <a:pt x="2897" y="156679"/>
                  </a:lnTo>
                  <a:lnTo>
                    <a:pt x="6094" y="169942"/>
                  </a:lnTo>
                  <a:lnTo>
                    <a:pt x="10513" y="182984"/>
                  </a:lnTo>
                  <a:lnTo>
                    <a:pt x="16197" y="195700"/>
                  </a:lnTo>
                  <a:close/>
                </a:path>
              </a:pathLst>
            </a:custGeom>
            <a:solidFill>
              <a:srgbClr val="344F5A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34">
              <a:extLst>
                <a:ext uri="{FF2B5EF4-FFF2-40B4-BE49-F238E27FC236}">
                  <a16:creationId xmlns:a16="http://schemas.microsoft.com/office/drawing/2014/main" id="{F2A8ED01-BB3F-23D7-69A3-3AA2492E2245}"/>
                </a:ext>
              </a:extLst>
            </p:cNvPr>
            <p:cNvSpPr/>
            <p:nvPr/>
          </p:nvSpPr>
          <p:spPr>
            <a:xfrm>
              <a:off x="3672581" y="764448"/>
              <a:ext cx="2534754" cy="8259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>
              <a:noAutofit/>
            </a:bodyPr>
            <a:lstStyle/>
            <a:p>
              <a:endParaRPr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" name="文本框 9">
            <a:extLst>
              <a:ext uri="{FF2B5EF4-FFF2-40B4-BE49-F238E27FC236}">
                <a16:creationId xmlns:a16="http://schemas.microsoft.com/office/drawing/2014/main" id="{8D6AD4AC-AD7B-213F-7B9F-CFC5996F18BF}"/>
              </a:ext>
            </a:extLst>
          </p:cNvPr>
          <p:cNvSpPr txBox="1"/>
          <p:nvPr/>
        </p:nvSpPr>
        <p:spPr>
          <a:xfrm>
            <a:off x="936097" y="1129570"/>
            <a:ext cx="1426994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Cámaras IP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7AE2E7A-5A80-B238-371D-A29548721855}"/>
              </a:ext>
            </a:extLst>
          </p:cNvPr>
          <p:cNvGrpSpPr/>
          <p:nvPr/>
        </p:nvGrpSpPr>
        <p:grpSpPr>
          <a:xfrm>
            <a:off x="8979898" y="886066"/>
            <a:ext cx="2626900" cy="827243"/>
            <a:chOff x="2602096" y="612496"/>
            <a:chExt cx="2626900" cy="827243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1335574C-8886-5EFC-2E95-7F475150C2F3}"/>
                </a:ext>
              </a:extLst>
            </p:cNvPr>
            <p:cNvGrpSpPr/>
            <p:nvPr/>
          </p:nvGrpSpPr>
          <p:grpSpPr>
            <a:xfrm>
              <a:off x="2602096" y="612496"/>
              <a:ext cx="2626900" cy="827243"/>
              <a:chOff x="-178122" y="791247"/>
              <a:chExt cx="2626900" cy="827243"/>
            </a:xfrm>
          </p:grpSpPr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EF2B9E92-C34F-D37C-0402-28D5B1CC186B}"/>
                  </a:ext>
                </a:extLst>
              </p:cNvPr>
              <p:cNvSpPr/>
              <p:nvPr/>
            </p:nvSpPr>
            <p:spPr>
              <a:xfrm>
                <a:off x="-176639" y="792647"/>
                <a:ext cx="2625417" cy="825843"/>
              </a:xfrm>
              <a:custGeom>
                <a:avLst/>
                <a:gdLst/>
                <a:ahLst/>
                <a:cxnLst/>
                <a:rect l="l" t="t" r="r" b="b"/>
                <a:pathLst>
                  <a:path w="3403939" h="1195356">
                    <a:moveTo>
                      <a:pt x="16817" y="195700"/>
                    </a:moveTo>
                    <a:lnTo>
                      <a:pt x="541094" y="1195356"/>
                    </a:lnTo>
                    <a:lnTo>
                      <a:pt x="3403939" y="1195356"/>
                    </a:lnTo>
                    <a:lnTo>
                      <a:pt x="2814847" y="72144"/>
                    </a:lnTo>
                    <a:lnTo>
                      <a:pt x="2789864" y="36858"/>
                    </a:lnTo>
                    <a:lnTo>
                      <a:pt x="2758441" y="12639"/>
                    </a:lnTo>
                    <a:lnTo>
                      <a:pt x="2710143" y="3"/>
                    </a:lnTo>
                    <a:lnTo>
                      <a:pt x="97757" y="0"/>
                    </a:lnTo>
                    <a:lnTo>
                      <a:pt x="86269" y="824"/>
                    </a:lnTo>
                    <a:lnTo>
                      <a:pt x="45957" y="18842"/>
                    </a:lnTo>
                    <a:lnTo>
                      <a:pt x="16771" y="55338"/>
                    </a:lnTo>
                    <a:lnTo>
                      <a:pt x="1521" y="103540"/>
                    </a:lnTo>
                    <a:lnTo>
                      <a:pt x="0" y="129915"/>
                    </a:lnTo>
                    <a:lnTo>
                      <a:pt x="919" y="143302"/>
                    </a:lnTo>
                    <a:lnTo>
                      <a:pt x="3016" y="156679"/>
                    </a:lnTo>
                    <a:lnTo>
                      <a:pt x="6335" y="169942"/>
                    </a:lnTo>
                    <a:lnTo>
                      <a:pt x="10921" y="182984"/>
                    </a:lnTo>
                    <a:lnTo>
                      <a:pt x="16817" y="19570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2" name="object 24">
                <a:extLst>
                  <a:ext uri="{FF2B5EF4-FFF2-40B4-BE49-F238E27FC236}">
                    <a16:creationId xmlns:a16="http://schemas.microsoft.com/office/drawing/2014/main" id="{381CEE73-38BB-7F61-7CAD-20AFF12800E4}"/>
                  </a:ext>
                </a:extLst>
              </p:cNvPr>
              <p:cNvSpPr/>
              <p:nvPr/>
            </p:nvSpPr>
            <p:spPr>
              <a:xfrm>
                <a:off x="-178122" y="791247"/>
                <a:ext cx="2625852" cy="82598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noAutofit/>
              </a:bodyPr>
              <a:lstStyle/>
              <a:p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" name="文本框 9">
              <a:extLst>
                <a:ext uri="{FF2B5EF4-FFF2-40B4-BE49-F238E27FC236}">
                  <a16:creationId xmlns:a16="http://schemas.microsoft.com/office/drawing/2014/main" id="{0FD82ED3-9F47-9C44-997B-FD9729E66536}"/>
                </a:ext>
              </a:extLst>
            </p:cNvPr>
            <p:cNvSpPr txBox="1"/>
            <p:nvPr/>
          </p:nvSpPr>
          <p:spPr>
            <a:xfrm>
              <a:off x="3257356" y="862870"/>
              <a:ext cx="1316387" cy="3416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ctr" defTabSz="685800">
                <a:lnSpc>
                  <a:spcPct val="90000"/>
                </a:lnSpc>
                <a:spcBef>
                  <a:spcPct val="0"/>
                </a:spcBef>
              </a:pPr>
              <a:r>
                <a:rPr kumimoji="1" lang="es-PE" b="1" dirty="0">
                  <a:solidFill>
                    <a:srgbClr val="005463"/>
                  </a:solidFill>
                  <a:latin typeface="TP-Link Aktiv"/>
                  <a:ea typeface="微软雅黑"/>
                </a:rPr>
                <a:t>Softwares</a:t>
              </a:r>
            </a:p>
          </p:txBody>
        </p:sp>
      </p:grpSp>
      <p:sp>
        <p:nvSpPr>
          <p:cNvPr id="5" name="文本框 9">
            <a:extLst>
              <a:ext uri="{FF2B5EF4-FFF2-40B4-BE49-F238E27FC236}">
                <a16:creationId xmlns:a16="http://schemas.microsoft.com/office/drawing/2014/main" id="{98A8E36F-E01F-E377-D462-0A71F827242F}"/>
              </a:ext>
            </a:extLst>
          </p:cNvPr>
          <p:cNvSpPr txBox="1"/>
          <p:nvPr/>
        </p:nvSpPr>
        <p:spPr>
          <a:xfrm>
            <a:off x="2852864" y="1129569"/>
            <a:ext cx="1940911" cy="3416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NVRs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C6603D2E-BB78-4D75-F9A3-BC238A32D16A}"/>
              </a:ext>
            </a:extLst>
          </p:cNvPr>
          <p:cNvSpPr txBox="1"/>
          <p:nvPr/>
        </p:nvSpPr>
        <p:spPr>
          <a:xfrm>
            <a:off x="5264495" y="998117"/>
            <a:ext cx="1479892" cy="5909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Sistemas de</a:t>
            </a:r>
          </a:p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 E° Solar</a:t>
            </a:r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52581292-E71F-931B-BF56-762411B5CA0D}"/>
              </a:ext>
            </a:extLst>
          </p:cNvPr>
          <p:cNvSpPr txBox="1"/>
          <p:nvPr/>
        </p:nvSpPr>
        <p:spPr>
          <a:xfrm>
            <a:off x="7430270" y="1137467"/>
            <a:ext cx="1383712" cy="3416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PE" dirty="0">
                <a:solidFill>
                  <a:schemeClr val="bg1"/>
                </a:solidFill>
                <a:latin typeface="TP-Link Aktiv"/>
                <a:ea typeface="微软雅黑"/>
              </a:rPr>
              <a:t>Accesorios</a:t>
            </a:r>
            <a:endParaRPr kumimoji="1" lang="es-PE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5CCA6815-66DD-C9BC-3571-743F0F4CF9E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 l="8638" t="12671" r="10249" b="5134"/>
          <a:stretch>
            <a:fillRect/>
          </a:stretch>
        </p:blipFill>
        <p:spPr>
          <a:xfrm>
            <a:off x="936097" y="2457869"/>
            <a:ext cx="4426307" cy="2679425"/>
          </a:xfrm>
          <a:prstGeom prst="rect">
            <a:avLst/>
          </a:prstGeom>
        </p:spPr>
      </p:pic>
      <p:sp>
        <p:nvSpPr>
          <p:cNvPr id="9" name="文本框 23">
            <a:extLst>
              <a:ext uri="{FF2B5EF4-FFF2-40B4-BE49-F238E27FC236}">
                <a16:creationId xmlns:a16="http://schemas.microsoft.com/office/drawing/2014/main" id="{9283C10D-D901-EA1C-0582-D7174CBBA54C}"/>
              </a:ext>
            </a:extLst>
          </p:cNvPr>
          <p:cNvSpPr txBox="1"/>
          <p:nvPr/>
        </p:nvSpPr>
        <p:spPr>
          <a:xfrm>
            <a:off x="5587767" y="1823043"/>
            <a:ext cx="2988231" cy="4028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b="1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Celular: </a:t>
            </a:r>
          </a:p>
          <a:p>
            <a:pPr marL="531813" marR="0" lvl="0" indent="-265113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VIGI App</a:t>
            </a:r>
            <a:endParaRPr lang="es-PE" sz="160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531813" marR="0" lvl="0" indent="-265113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Omada Guard App</a:t>
            </a:r>
          </a:p>
          <a:p>
            <a:pPr defTabSz="457200">
              <a:lnSpc>
                <a:spcPct val="130000"/>
              </a:lnSpc>
            </a:pPr>
            <a:endParaRPr lang="es-PE" b="1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Computadora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indent="266700" defTabSz="457200">
              <a:lnSpc>
                <a:spcPct val="130000"/>
              </a:lnSpc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1.  </a:t>
            </a:r>
            <a:r>
              <a:rPr lang="es-PE" sz="1600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VIGI PC Client</a:t>
            </a:r>
          </a:p>
          <a:p>
            <a:pPr indent="266700" defTabSz="457200">
              <a:lnSpc>
                <a:spcPct val="130000"/>
              </a:lnSpc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2.  </a:t>
            </a:r>
            <a:r>
              <a:rPr lang="es-PE" sz="1600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VIGI VMS</a:t>
            </a:r>
          </a:p>
          <a:p>
            <a:pPr marL="266700" defTabSz="457200">
              <a:lnSpc>
                <a:spcPct val="130000"/>
              </a:lnSpc>
            </a:pPr>
            <a:r>
              <a:rPr lang="es-PE" sz="1600" b="1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3.  Omada Guard PC</a:t>
            </a:r>
          </a:p>
          <a:p>
            <a:pPr defTabSz="457200">
              <a:lnSpc>
                <a:spcPct val="130000"/>
              </a:lnSpc>
            </a:pPr>
            <a:endParaRPr lang="es-PE" sz="1600" b="1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lvl="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s-PE" sz="1600" b="1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Cloud: </a:t>
            </a:r>
          </a:p>
          <a:p>
            <a:pPr marL="531813" lvl="0" indent="-265113" defTabSz="457200">
              <a:lnSpc>
                <a:spcPct val="130000"/>
              </a:lnSpc>
              <a:buFontTx/>
              <a:buAutoNum type="arabicPeriod"/>
              <a:defRPr/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VIGI Cloud VMS</a:t>
            </a:r>
          </a:p>
          <a:p>
            <a:pPr marL="531813" lvl="0" indent="-265113" defTabSz="457200">
              <a:lnSpc>
                <a:spcPct val="130000"/>
              </a:lnSpc>
              <a:buFontTx/>
              <a:buAutoNum type="arabicPeriod"/>
              <a:defRPr/>
            </a:pPr>
            <a:r>
              <a:rPr lang="es-PE" sz="1600" b="1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Omada Central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941E77C-BA53-ADAB-ABC7-909702AC9260}"/>
              </a:ext>
            </a:extLst>
          </p:cNvPr>
          <p:cNvSpPr/>
          <p:nvPr/>
        </p:nvSpPr>
        <p:spPr>
          <a:xfrm>
            <a:off x="910413" y="5903190"/>
            <a:ext cx="10707242" cy="38358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7" name="图片 2">
            <a:extLst>
              <a:ext uri="{FF2B5EF4-FFF2-40B4-BE49-F238E27FC236}">
                <a16:creationId xmlns:a16="http://schemas.microsoft.com/office/drawing/2014/main" id="{620440C4-9AD0-7E1A-6ADA-0C874C1B7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1665"/>
            <a:ext cx="2943213" cy="457200"/>
          </a:xfrm>
          <a:prstGeom prst="rect">
            <a:avLst/>
          </a:prstGeom>
        </p:spPr>
      </p:pic>
      <p:sp>
        <p:nvSpPr>
          <p:cNvPr id="18" name="文本框 9">
            <a:extLst>
              <a:ext uri="{FF2B5EF4-FFF2-40B4-BE49-F238E27FC236}">
                <a16:creationId xmlns:a16="http://schemas.microsoft.com/office/drawing/2014/main" id="{FD27D065-E5ED-804C-71D4-246978A25519}"/>
              </a:ext>
            </a:extLst>
          </p:cNvPr>
          <p:cNvSpPr txBox="1"/>
          <p:nvPr/>
        </p:nvSpPr>
        <p:spPr>
          <a:xfrm>
            <a:off x="398168" y="345562"/>
            <a:ext cx="1409361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kumimoji="1" lang="es-ES" sz="2000" b="1" dirty="0">
                <a:solidFill>
                  <a:schemeClr val="bg1"/>
                </a:solidFill>
                <a:latin typeface="TP-Link Aktiv"/>
                <a:ea typeface="微软雅黑"/>
              </a:rPr>
              <a:t>Portafolio</a:t>
            </a:r>
            <a:endParaRPr kumimoji="1" lang="es-PE" sz="2000" b="1" noProof="0" dirty="0">
              <a:solidFill>
                <a:schemeClr val="bg1"/>
              </a:solidFill>
              <a:latin typeface="TP-Link Aktiv"/>
              <a:ea typeface="微软雅黑"/>
            </a:endParaRPr>
          </a:p>
        </p:txBody>
      </p:sp>
      <p:pic>
        <p:nvPicPr>
          <p:cNvPr id="19" name="图片 37">
            <a:extLst>
              <a:ext uri="{FF2B5EF4-FFF2-40B4-BE49-F238E27FC236}">
                <a16:creationId xmlns:a16="http://schemas.microsoft.com/office/drawing/2014/main" id="{92FD17FF-DE58-FAAA-ED6D-F01A7AB7335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33444B"/>
              </a:clrFrom>
              <a:clrTo>
                <a:srgbClr val="33444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96" y="-14842"/>
            <a:ext cx="947179" cy="858633"/>
          </a:xfrm>
          <a:prstGeom prst="rect">
            <a:avLst/>
          </a:prstGeom>
        </p:spPr>
      </p:pic>
      <p:sp>
        <p:nvSpPr>
          <p:cNvPr id="13" name="文本框 23">
            <a:extLst>
              <a:ext uri="{FF2B5EF4-FFF2-40B4-BE49-F238E27FC236}">
                <a16:creationId xmlns:a16="http://schemas.microsoft.com/office/drawing/2014/main" id="{E0B3D40C-C575-3C2E-DDF8-C8D92BA321E6}"/>
              </a:ext>
            </a:extLst>
          </p:cNvPr>
          <p:cNvSpPr txBox="1"/>
          <p:nvPr/>
        </p:nvSpPr>
        <p:spPr>
          <a:xfrm>
            <a:off x="8328606" y="1823043"/>
            <a:ext cx="3153480" cy="3388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PE" b="1" i="0" u="none" strike="noStrike" kern="1200" cap="none" spc="0" normalizeH="0" baseline="0" noProof="0" dirty="0">
                <a:ln>
                  <a:noFill/>
                </a:ln>
                <a:solidFill>
                  <a:srgbClr val="005463"/>
                </a:solidFill>
                <a:effectLst/>
                <a:uLnTx/>
                <a:uFillTx/>
                <a:latin typeface="TP-Link Aktiv"/>
                <a:ea typeface="微软雅黑"/>
                <a:cs typeface="+mn-ea"/>
                <a:sym typeface="+mn-lt"/>
              </a:rPr>
              <a:t>Local: </a:t>
            </a:r>
          </a:p>
          <a:p>
            <a:pPr marL="531813" marR="0" lvl="0" indent="-265113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NVR GUI</a:t>
            </a:r>
          </a:p>
          <a:p>
            <a:pPr marL="531813" marR="0" lvl="0" indent="-265113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Web UI ( IPC &amp; NVR ) LAN</a:t>
            </a:r>
            <a:endParaRPr kumimoji="0" lang="es-PE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P-Link Aktiv"/>
              <a:ea typeface="微软雅黑"/>
              <a:cs typeface="+mn-ea"/>
              <a:sym typeface="+mn-lt"/>
            </a:endParaRPr>
          </a:p>
          <a:p>
            <a:pPr defTabSz="457200">
              <a:lnSpc>
                <a:spcPct val="130000"/>
              </a:lnSpc>
            </a:pPr>
            <a:endParaRPr lang="es-PE" b="1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285750" indent="-285750" defTabSz="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s-PE" b="1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Tools</a:t>
            </a:r>
            <a:r>
              <a:rPr lang="es-PE" noProof="0" dirty="0">
                <a:solidFill>
                  <a:srgbClr val="005463"/>
                </a:solidFill>
                <a:latin typeface="TP-Link Aktiv"/>
                <a:ea typeface="微软雅黑"/>
                <a:cs typeface="+mn-ea"/>
                <a:sym typeface="+mn-lt"/>
              </a:rPr>
              <a:t>: </a:t>
            </a:r>
          </a:p>
          <a:p>
            <a:pPr indent="266700" defTabSz="457200">
              <a:lnSpc>
                <a:spcPct val="130000"/>
              </a:lnSpc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1.  VIGI </a:t>
            </a:r>
            <a:r>
              <a:rPr lang="es-PE" sz="1600" dirty="0" err="1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Config</a:t>
            </a: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 Tool</a:t>
            </a:r>
            <a:endParaRPr lang="es-PE" sz="1600" noProof="0" dirty="0">
              <a:solidFill>
                <a:prstClr val="black"/>
              </a:solidFill>
              <a:latin typeface="TP-Link Aktiv"/>
              <a:ea typeface="微软雅黑"/>
              <a:cs typeface="+mn-ea"/>
              <a:sym typeface="+mn-lt"/>
            </a:endParaRPr>
          </a:p>
          <a:p>
            <a:pPr marL="450850" indent="-184150" defTabSz="457200">
              <a:lnSpc>
                <a:spcPct val="130000"/>
              </a:lnSpc>
              <a:buAutoNum type="arabicPeriod" startAt="2"/>
            </a:pPr>
            <a:r>
              <a:rPr lang="es-PE" sz="1600" noProof="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  VIG</a:t>
            </a: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I </a:t>
            </a:r>
            <a:r>
              <a:rPr lang="es-PE" sz="1600" dirty="0" err="1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Design</a:t>
            </a: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 Tool</a:t>
            </a:r>
          </a:p>
          <a:p>
            <a:pPr marL="450850" indent="-184150" defTabSz="457200">
              <a:lnSpc>
                <a:spcPct val="130000"/>
              </a:lnSpc>
              <a:buAutoNum type="arabicPeriod" startAt="2"/>
            </a:pP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  </a:t>
            </a:r>
            <a:r>
              <a:rPr lang="es-PE" sz="1600" dirty="0" err="1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Calculation</a:t>
            </a:r>
            <a:r>
              <a:rPr lang="es-PE" sz="1600" dirty="0">
                <a:solidFill>
                  <a:prstClr val="black"/>
                </a:solidFill>
                <a:latin typeface="TP-Link Aktiv"/>
                <a:ea typeface="微软雅黑"/>
                <a:cs typeface="+mn-ea"/>
                <a:sym typeface="+mn-lt"/>
              </a:rPr>
              <a:t> Tool (Capacidad de Video, Ancho de Banda, Lente)</a:t>
            </a:r>
          </a:p>
        </p:txBody>
      </p:sp>
    </p:spTree>
    <p:extLst>
      <p:ext uri="{BB962C8B-B14F-4D97-AF65-F5344CB8AC3E}">
        <p14:creationId xmlns:p14="http://schemas.microsoft.com/office/powerpoint/2010/main" val="14202838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TP-Link Aktiv"/>
        <a:ea typeface=""/>
        <a:cs typeface=""/>
      </a:majorFont>
      <a:minorFont>
        <a:latin typeface="等线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bae003-656f-4e8a-a16d-17b40b542da8" xsi:nil="true"/>
    <lcf76f155ced4ddcb4097134ff3c332f xmlns="26d2a310-297d-488d-a328-8bd6a8c9e02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8140F2EECE34E99F4F6FCA4E906C5" ma:contentTypeVersion="13" ma:contentTypeDescription="Create a new document." ma:contentTypeScope="" ma:versionID="e79873dabe83ef3d957418603fcaedaf">
  <xsd:schema xmlns:xsd="http://www.w3.org/2001/XMLSchema" xmlns:xs="http://www.w3.org/2001/XMLSchema" xmlns:p="http://schemas.microsoft.com/office/2006/metadata/properties" xmlns:ns2="26d2a310-297d-488d-a328-8bd6a8c9e029" xmlns:ns3="62bae003-656f-4e8a-a16d-17b40b542da8" targetNamespace="http://schemas.microsoft.com/office/2006/metadata/properties" ma:root="true" ma:fieldsID="abc3062d5999774f7b8cb98eb80d7075" ns2:_="" ns3:_="">
    <xsd:import namespace="26d2a310-297d-488d-a328-8bd6a8c9e029"/>
    <xsd:import namespace="62bae003-656f-4e8a-a16d-17b40b542d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d2a310-297d-488d-a328-8bd6a8c9e0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481981-7b0b-4a87-acdc-6db501a4ba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ae003-656f-4e8a-a16d-17b40b542da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1ba2fc-fb63-4e28-b88d-868bbe002b88}" ma:internalName="TaxCatchAll" ma:showField="CatchAllData" ma:web="62bae003-656f-4e8a-a16d-17b40b542d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00DD27-8069-43E5-AFE4-6125E7EEBB71}">
  <ds:schemaRefs>
    <ds:schemaRef ds:uri="http://purl.org/dc/elements/1.1/"/>
    <ds:schemaRef ds:uri="26d2a310-297d-488d-a328-8bd6a8c9e029"/>
    <ds:schemaRef ds:uri="http://schemas.microsoft.com/office/2006/metadata/properties"/>
    <ds:schemaRef ds:uri="http://purl.org/dc/terms/"/>
    <ds:schemaRef ds:uri="62bae003-656f-4e8a-a16d-17b40b542da8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28C1DCF-57AD-4B4C-9ACF-40DCD1396262}">
  <ds:schemaRefs>
    <ds:schemaRef ds:uri="26d2a310-297d-488d-a328-8bd6a8c9e029"/>
    <ds:schemaRef ds:uri="62bae003-656f-4e8a-a16d-17b40b542d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5FCC5E-888F-4C4B-988F-CAA9A8DC9F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32045</TotalTime>
  <Words>543</Words>
  <Application>Microsoft Office PowerPoint</Application>
  <PresentationFormat>Panorámica</PresentationFormat>
  <Paragraphs>200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等线</vt:lpstr>
      <vt:lpstr>微软雅黑</vt:lpstr>
      <vt:lpstr>Aptos Narrow</vt:lpstr>
      <vt:lpstr>Arial</vt:lpstr>
      <vt:lpstr>Calibri</vt:lpstr>
      <vt:lpstr>TP-Link Aktiv</vt:lpstr>
      <vt:lpstr>TP-Link Aktiv Light</vt:lpstr>
      <vt:lpstr>TP-Link Aktiv Medium</vt:lpstr>
      <vt:lpstr>1_Office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Microsoft Office User</dc:creator>
  <cp:lastModifiedBy>Ramces Cavallini</cp:lastModifiedBy>
  <cp:revision>1438</cp:revision>
  <dcterms:created xsi:type="dcterms:W3CDTF">2022-12-15T07:23:22Z</dcterms:created>
  <dcterms:modified xsi:type="dcterms:W3CDTF">2026-05-07T15:16:30Z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653A1587CE64AAA975199863408D24FF</vt:lpwstr>
  </property>
  <property fmtid="{D5CDD505-2E9C-101B-9397-08002B2CF9AE}" pid="3" name="KSOProductBuildVer">
    <vt:lpwstr>2052-4.6.1.7467</vt:lpwstr>
  </property>
  <property fmtid="{D5CDD505-2E9C-101B-9397-08002B2CF9AE}" pid="4" name="ContentTypeId">
    <vt:lpwstr>0x0101005838140F2EECE34E99F4F6FCA4E906C5</vt:lpwstr>
  </property>
  <property fmtid="{D5CDD505-2E9C-101B-9397-08002B2CF9AE}" pid="5" name="MediaServiceImageTags">
    <vt:lpwstr/>
  </property>
</Properties>
</file>